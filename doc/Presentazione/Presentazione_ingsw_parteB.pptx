
<file path=[Content_Types].xml><?xml version="1.0" encoding="utf-8"?>
<Types xmlns="http://schemas.openxmlformats.org/package/2006/content-types">
  <Default Extension="xml" ContentType="application/xml"/>
  <Default Extension="svg" ContentType="image/svg+xml"/>
  <Default Extension="wmf" ContentType="image/x-wmf"/>
  <Default Extension="bin" ContentType="application/vnd.openxmlformats-officedocument.oleObject"/>
  <Default Extension="rels" ContentType="application/vnd.openxmlformats-package.relationships+xml"/>
  <Default Extension="jpeg" ContentType="image/jpeg"/>
  <Default Extension="png" ContentType="image/png"/>
  <Override PartName="/ppt/notesSlides/notesSlide19.xml" ContentType="application/vnd.openxmlformats-officedocument.presentationml.notesSlide+xml"/>
  <Override PartName="/ppt/notesSlides/notesSlide18.xml" ContentType="application/vnd.openxmlformats-officedocument.presentationml.notesSlide+xml"/>
  <Override PartName="/ppt/notesSlides/notesSlide16.xml" ContentType="application/vnd.openxmlformats-officedocument.presentationml.notesSlide+xml"/>
  <Override PartName="/ppt/notesSlides/notesSlide14.xml" ContentType="application/vnd.openxmlformats-officedocument.presentationml.notesSlide+xml"/>
  <Override PartName="/ppt/notesSlides/notesSlide12.xml" ContentType="application/vnd.openxmlformats-officedocument.presentationml.notesSlide+xml"/>
  <Override PartName="/ppt/notesSlides/notesSlide20.xml" ContentType="application/vnd.openxmlformats-officedocument.presentationml.notesSlide+xml"/>
  <Override PartName="/ppt/notesSlides/notesSlide10.xml" ContentType="application/vnd.openxmlformats-officedocument.presentationml.notesSlide+xml"/>
  <Override PartName="/ppt/notesSlides/notesSlide9.xml" ContentType="application/vnd.openxmlformats-officedocument.presentationml.notesSlide+xml"/>
  <Override PartName="/ppt/notesSlides/notesSlide8.xml" ContentType="application/vnd.openxmlformats-officedocument.presentationml.notesSlide+xml"/>
  <Override PartName="/ppt/slideLayouts/slideLayout11.xml" ContentType="application/vnd.openxmlformats-officedocument.presentationml.slideLayout+xml"/>
  <Override PartName="/ppt/slideLayouts/slideLayout10.xml" ContentType="application/vnd.openxmlformats-officedocument.presentationml.slideLayout+xml"/>
  <Override PartName="/ppt/slideLayouts/slideLayout3.xml" ContentType="application/vnd.openxmlformats-officedocument.presentationml.slideLayout+xml"/>
  <Override PartName="/ppt/slideLayouts/slideLayout9.xml" ContentType="application/vnd.openxmlformats-officedocument.presentationml.slideLayout+xml"/>
  <Override PartName="/ppt/slides/slide13.xml" ContentType="application/vnd.openxmlformats-officedocument.presentationml.slide+xml"/>
  <Override PartName="/ppt/theme/theme2.xml" ContentType="application/vnd.openxmlformats-officedocument.theme+xml"/>
  <Override PartName="/ppt/theme/theme1.xml" ContentType="application/vnd.openxmlformats-officedocument.theme+xml"/>
  <Override PartName="/ppt/slides/slide3.xml" ContentType="application/vnd.openxmlformats-officedocument.presentationml.slide+xml"/>
  <Override PartName="/ppt/slideLayouts/slideLayout4.xml" ContentType="application/vnd.openxmlformats-officedocument.presentationml.slideLayout+xml"/>
  <Override PartName="/ppt/notesSlides/notesSlide5.xml" ContentType="application/vnd.openxmlformats-officedocument.presentationml.notesSlide+xml"/>
  <Override PartName="/ppt/slideLayouts/slideLayout1.xml" ContentType="application/vnd.openxmlformats-officedocument.presentationml.slideLayout+xml"/>
  <Override PartName="/ppt/slides/slide12.xml" ContentType="application/vnd.openxmlformats-officedocument.presentationml.slide+xml"/>
  <Override PartName="/ppt/slideLayouts/slideLayout5.xml" ContentType="application/vnd.openxmlformats-officedocument.presentationml.slideLayout+xml"/>
  <Override PartName="/ppt/slides/slide7.xml" ContentType="application/vnd.openxmlformats-officedocument.presentationml.slide+xml"/>
  <Override PartName="/ppt/notesSlides/notesSlide2.xml" ContentType="application/vnd.openxmlformats-officedocument.presentationml.notesSlide+xml"/>
  <Override PartName="/ppt/notesSlides/notesSlide4.xml" ContentType="application/vnd.openxmlformats-officedocument.presentationml.notesSlide+xml"/>
  <Override PartName="/ppt/tableStyles.xml" ContentType="application/vnd.openxmlformats-officedocument.presentationml.tableStyles+xml"/>
  <Override PartName="/docProps/app.xml" ContentType="application/vnd.openxmlformats-officedocument.extended-properties+xml"/>
  <Override PartName="/ppt/slides/slide17.xml" ContentType="application/vnd.openxmlformats-officedocument.presentationml.slide+xml"/>
  <Override PartName="/ppt/viewProps.xml" ContentType="application/vnd.openxmlformats-officedocument.presentationml.viewProps+xml"/>
  <Override PartName="/ppt/notesSlides/notesSlide7.xml" ContentType="application/vnd.openxmlformats-officedocument.presentationml.notesSlide+xml"/>
  <Override PartName="/ppt/presentation.xml" ContentType="application/vnd.openxmlformats-officedocument.presentationml.presentation.main+xml"/>
  <Override PartName="/ppt/slides/slide8.xml" ContentType="application/vnd.openxmlformats-officedocument.presentationml.slide+xml"/>
  <Override PartName="/ppt/slideLayouts/slideLayout2.xml" ContentType="application/vnd.openxmlformats-officedocument.presentationml.slideLayout+xml"/>
  <Override PartName="/ppt/presProps.xml" ContentType="application/vnd.openxmlformats-officedocument.presentationml.presProps+xml"/>
  <Override PartName="/ppt/slideLayouts/slideLayout8.xml" ContentType="application/vnd.openxmlformats-officedocument.presentationml.slideLayout+xml"/>
  <Override PartName="/docProps/core.xml" ContentType="application/vnd.openxmlformats-package.core-properties+xml"/>
  <Override PartName="/ppt/slideLayouts/slideLayout6.xml" ContentType="application/vnd.openxmlformats-officedocument.presentationml.slideLayout+xml"/>
  <Override PartName="/ppt/notesSlides/notesSlide11.xml" ContentType="application/vnd.openxmlformats-officedocument.presentationml.notesSlide+xml"/>
  <Override PartName="/ppt/slides/slide10.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slides/slide1.xml" ContentType="application/vnd.openxmlformats-officedocument.presentationml.slide+xml"/>
  <Override PartName="/ppt/slideMasters/slideMaster1.xml" ContentType="application/vnd.openxmlformats-officedocument.presentationml.slideMaster+xml"/>
  <Override PartName="/ppt/slides/slide2.xml" ContentType="application/vnd.openxmlformats-officedocument.presentationml.slide+xml"/>
  <Override PartName="/ppt/notesSlides/notesSlide6.xml" ContentType="application/vnd.openxmlformats-officedocument.presentationml.notesSlide+xml"/>
  <Override PartName="/ppt/slides/slide4.xml" ContentType="application/vnd.openxmlformats-officedocument.presentationml.slide+xml"/>
  <Override PartName="/ppt/slides/slide5.xml" ContentType="application/vnd.openxmlformats-officedocument.presentationml.slide+xml"/>
  <Override PartName="/ppt/notesSlides/notesSlide13.xml" ContentType="application/vnd.openxmlformats-officedocument.presentationml.notesSlide+xml"/>
  <Override PartName="/ppt/slides/slide9.xml" ContentType="application/vnd.openxmlformats-officedocument.presentationml.slide+xml"/>
  <Override PartName="/ppt/slides/slide20.xml" ContentType="application/vnd.openxmlformats-officedocument.presentationml.slide+xml"/>
  <Override PartName="/ppt/notesSlides/notesSlide1.xml" ContentType="application/vnd.openxmlformats-officedocument.presentationml.notesSlide+xml"/>
  <Override PartName="/ppt/slides/slide11.xml" ContentType="application/vnd.openxmlformats-officedocument.presentationml.slide+xml"/>
  <Override PartName="/ppt/notesSlides/notesSlide15.xml" ContentType="application/vnd.openxmlformats-officedocument.presentationml.notesSlide+xml"/>
  <Override PartName="/ppt/slides/slide14.xml" ContentType="application/vnd.openxmlformats-officedocument.presentationml.slide+xml"/>
  <Override PartName="/ppt/notesSlides/notesSlide3.xml" ContentType="application/vnd.openxmlformats-officedocument.presentationml.notesSlide+xml"/>
  <Override PartName="/ppt/slideLayouts/slideLayout7.xml" ContentType="application/vnd.openxmlformats-officedocument.presentationml.slideLayout+xml"/>
  <Override PartName="/ppt/slides/slide15.xml" ContentType="application/vnd.openxmlformats-officedocument.presentationml.slide+xml"/>
  <Override PartName="/ppt/slides/slide16.xml" ContentType="application/vnd.openxmlformats-officedocument.presentationml.slide+xml"/>
  <Override PartName="/ppt/slides/slide18.xml" ContentType="application/vnd.openxmlformats-officedocument.presentationml.slide+xml"/>
  <Override PartName="/ppt/notesSlides/notesSlide17.xml" ContentType="application/vnd.openxmlformats-officedocument.presentationml.notesSlide+xml"/>
  <Override PartName="/ppt/slides/slide19.xml" ContentType="application/vnd.openxmlformats-officedocument.presentationml.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aveSubsetFonts="1">
  <p:sldMasterIdLst>
    <p:sldMasterId id="2147483648" r:id="rId1"/>
  </p:sldMasterIdLst>
  <p:notesMasterIdLst>
    <p:notesMasterId r:id="rId24"/>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Lst>
  <p:sldSz cx="12192000" cy="6858000"/>
  <p:notesSz cx="6858000" cy="9144000"/>
  <p:defaultTextStyle>
    <a:defPPr>
      <a:defRPr lang="it-IT"/>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varScale="1">
        <p:scale>
          <a:sx n="100" d="100"/>
          <a:sy n="100" d="100"/>
        </p:scale>
        <p:origin x="378" y="90"/>
      </p:cViewPr>
      <p:guideLst>
        <p:guide pos="3840"/>
        <p:guide pos="2160" orient="horz"/>
      </p:guideLst>
    </p:cSldViewPr>
  </p:slideViewPr>
  <p:gridSpacing cx="72008" cy="72008"/>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theme" Target="theme/theme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notesMaster" Target="notesMasters/notesMaster1.xml"/><Relationship Id="rId25" Type="http://schemas.openxmlformats.org/officeDocument/2006/relationships/presProps" Target="presProps.xml" /><Relationship Id="rId26" Type="http://schemas.openxmlformats.org/officeDocument/2006/relationships/tableStyles" Target="tableStyles.xml" /><Relationship Id="rId27" Type="http://schemas.openxmlformats.org/officeDocument/2006/relationships/viewProps" Target="viewProps.xml" /></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1290379510" name="Segnaposto intestazione 1"/>
          <p:cNvSpPr>
            <a:spLocks noGrp="1"/>
          </p:cNvSpPr>
          <p:nvPr>
            <p:ph type="hdr" sz="quarter"/>
          </p:nvPr>
        </p:nvSpPr>
        <p:spPr bwMode="auto">
          <a:xfrm>
            <a:off x="0" y="0"/>
            <a:ext cx="2971800" cy="458788"/>
          </a:xfrm>
          <a:prstGeom prst="rect">
            <a:avLst/>
          </a:prstGeom>
        </p:spPr>
        <p:txBody>
          <a:bodyPr vert="horz" lIns="91440" tIns="45720" rIns="91440" bIns="45720" rtlCol="0"/>
          <a:lstStyle>
            <a:lvl1pPr algn="l">
              <a:defRPr sz="1200"/>
            </a:lvl1pPr>
          </a:lstStyle>
          <a:p>
            <a:pPr>
              <a:defRPr/>
            </a:pPr>
            <a:endParaRPr lang="it-IT"/>
          </a:p>
        </p:txBody>
      </p:sp>
      <p:sp>
        <p:nvSpPr>
          <p:cNvPr id="624170024" name="Segnaposto data 2"/>
          <p:cNvSpPr>
            <a:spLocks noGrp="1"/>
          </p:cNvSpPr>
          <p:nvPr>
            <p:ph type="dt" idx="1"/>
          </p:nvPr>
        </p:nvSpPr>
        <p:spPr bwMode="auto">
          <a:xfrm>
            <a:off x="3884613" y="0"/>
            <a:ext cx="2971800" cy="458788"/>
          </a:xfrm>
          <a:prstGeom prst="rect">
            <a:avLst/>
          </a:prstGeom>
        </p:spPr>
        <p:txBody>
          <a:bodyPr vert="horz" lIns="91440" tIns="45720" rIns="91440" bIns="45720" rtlCol="0"/>
          <a:lstStyle>
            <a:lvl1pPr algn="r">
              <a:defRPr sz="1200"/>
            </a:lvl1pPr>
          </a:lstStyle>
          <a:p>
            <a:pPr>
              <a:defRPr/>
            </a:pPr>
            <a:fld id="{3632E96E-41F7-40C5-8419-297958CC00FA}" type="datetimeFigureOut">
              <a:rPr lang="it-IT"/>
              <a:t>10/30/2013</a:t>
            </a:fld>
            <a:endParaRPr lang="it-IT"/>
          </a:p>
        </p:txBody>
      </p:sp>
      <p:sp>
        <p:nvSpPr>
          <p:cNvPr id="1928034323" name="Segnaposto immagine diapositiva 3"/>
          <p:cNvSpPr>
            <a:spLocks noChangeAspect="1" noGrp="1" noRot="1"/>
          </p:cNvSpPr>
          <p:nvPr>
            <p:ph type="sldImg" idx="2"/>
          </p:nvPr>
        </p:nvSpPr>
        <p:spPr bwMode="auto">
          <a:xfrm>
            <a:off x="685800" y="1143000"/>
            <a:ext cx="5486400" cy="3086100"/>
          </a:xfrm>
          <a:prstGeom prst="rect">
            <a:avLst/>
          </a:prstGeom>
          <a:noFill/>
          <a:ln w="12700">
            <a:solidFill>
              <a:prstClr val="black"/>
            </a:solidFill>
          </a:ln>
        </p:spPr>
        <p:txBody>
          <a:bodyPr vert="horz" lIns="91440" tIns="45720" rIns="91440" bIns="45720" rtlCol="0" anchor="ctr"/>
          <a:lstStyle/>
          <a:p>
            <a:pPr>
              <a:defRPr/>
            </a:pPr>
            <a:endParaRPr lang="it-IT"/>
          </a:p>
        </p:txBody>
      </p:sp>
      <p:sp>
        <p:nvSpPr>
          <p:cNvPr id="1397699127" name="Segnaposto Note 4"/>
          <p:cNvSpPr>
            <a:spLocks noGrp="1"/>
          </p:cNvSpPr>
          <p:nvPr>
            <p:ph type="body" sz="quarter" idx="3"/>
          </p:nvPr>
        </p:nvSpPr>
        <p:spPr bwMode="auto">
          <a:xfrm>
            <a:off x="685800" y="4400550"/>
            <a:ext cx="5486400" cy="3600450"/>
          </a:xfrm>
          <a:prstGeom prst="rect">
            <a:avLst/>
          </a:prstGeom>
        </p:spPr>
        <p:txBody>
          <a:bodyPr vert="horz" lIns="91440" tIns="45720" rIns="91440" bIns="45720" rtlCol="0"/>
          <a:lstStyle/>
          <a:p>
            <a:pPr lvl="0">
              <a:defRPr/>
            </a:pPr>
            <a:r>
              <a:rPr lang="it-IT"/>
              <a:t>Fare clic per modificare stili del testo dello schema</a:t>
            </a:r>
            <a:endParaRPr/>
          </a:p>
          <a:p>
            <a:pPr lvl="1">
              <a:defRPr/>
            </a:pPr>
            <a:r>
              <a:rPr lang="it-IT"/>
              <a:t>Secondo livello</a:t>
            </a:r>
            <a:endParaRPr/>
          </a:p>
          <a:p>
            <a:pPr lvl="2">
              <a:defRPr/>
            </a:pPr>
            <a:r>
              <a:rPr lang="it-IT"/>
              <a:t>Terzo livello</a:t>
            </a:r>
            <a:endParaRPr/>
          </a:p>
          <a:p>
            <a:pPr lvl="3">
              <a:defRPr/>
            </a:pPr>
            <a:r>
              <a:rPr lang="it-IT"/>
              <a:t>Quarto livello</a:t>
            </a:r>
            <a:endParaRPr/>
          </a:p>
          <a:p>
            <a:pPr lvl="4">
              <a:defRPr/>
            </a:pPr>
            <a:r>
              <a:rPr lang="it-IT"/>
              <a:t>Quinto livello</a:t>
            </a:r>
            <a:endParaRPr lang="it-IT"/>
          </a:p>
        </p:txBody>
      </p:sp>
      <p:sp>
        <p:nvSpPr>
          <p:cNvPr id="925788643" name="Segnaposto piè di pagina 5"/>
          <p:cNvSpPr>
            <a:spLocks noGrp="1"/>
          </p:cNvSpPr>
          <p:nvPr>
            <p:ph type="ftr" sz="quarter" idx="4"/>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lang="it-IT"/>
          </a:p>
        </p:txBody>
      </p:sp>
      <p:sp>
        <p:nvSpPr>
          <p:cNvPr id="736537317" name="Segnaposto numero diapositiva 6"/>
          <p:cNvSpPr>
            <a:spLocks noGrp="1"/>
          </p:cNvSpPr>
          <p:nvPr>
            <p:ph type="sldNum" sz="quarter" idx="5"/>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fld id="{2E6999B8-B6B4-4561-A3CD-BBCDAB9FC9D9}" type="slidenum">
              <a:rPr lang="it-IT"/>
              <a:t>‹#›</a:t>
            </a:fld>
            <a:endParaRPr lang="it-IT"/>
          </a:p>
        </p:txBody>
      </p:sp>
    </p:spTree>
  </p:cSld>
  <p:clrMap bg1="lt1" tx1="dk1" bg2="lt2" tx2="dk2" accent1="accent1" accent2="accent2" accent3="accent3" accent4="accent4" accent5="accent5" accent6="accent6" hlink="hlink" folHlink="folHlink"/>
  <p:notesStyle>
    <a:lvl1pPr marL="0" algn="l" defTabSz="914400" rtl="0">
      <a:defRPr sz="1200">
        <a:solidFill>
          <a:schemeClr val="tx1"/>
        </a:solidFill>
        <a:latin typeface="+mn-lt"/>
        <a:ea typeface="+mn-ea"/>
        <a:cs typeface="+mn-cs"/>
      </a:defRPr>
    </a:lvl1pPr>
    <a:lvl2pPr marL="457200" algn="l" defTabSz="914400" rtl="0">
      <a:defRPr sz="1200">
        <a:solidFill>
          <a:schemeClr val="tx1"/>
        </a:solidFill>
        <a:latin typeface="+mn-lt"/>
        <a:ea typeface="+mn-ea"/>
        <a:cs typeface="+mn-cs"/>
      </a:defRPr>
    </a:lvl2pPr>
    <a:lvl3pPr marL="914400" algn="l" defTabSz="914400" rtl="0">
      <a:defRPr sz="1200">
        <a:solidFill>
          <a:schemeClr val="tx1"/>
        </a:solidFill>
        <a:latin typeface="+mn-lt"/>
        <a:ea typeface="+mn-ea"/>
        <a:cs typeface="+mn-cs"/>
      </a:defRPr>
    </a:lvl3pPr>
    <a:lvl4pPr marL="1371600" algn="l" defTabSz="914400" rtl="0">
      <a:defRPr sz="1200">
        <a:solidFill>
          <a:schemeClr val="tx1"/>
        </a:solidFill>
        <a:latin typeface="+mn-lt"/>
        <a:ea typeface="+mn-ea"/>
        <a:cs typeface="+mn-cs"/>
      </a:defRPr>
    </a:lvl4pPr>
    <a:lvl5pPr marL="1828800" algn="l" defTabSz="914400" rtl="0">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18223909" name="Segnaposto immagine diapositiva 1"/>
          <p:cNvSpPr>
            <a:spLocks noChangeAspect="1" noGrp="1" noRot="1"/>
          </p:cNvSpPr>
          <p:nvPr>
            <p:ph type="sldImg"/>
          </p:nvPr>
        </p:nvSpPr>
        <p:spPr bwMode="auto">
          <a:xfrm>
            <a:off x="685800" y="1143000"/>
            <a:ext cx="5486400" cy="3086100"/>
          </a:xfrm>
        </p:spPr>
      </p:sp>
      <p:sp>
        <p:nvSpPr>
          <p:cNvPr id="2014531782" name="Segnaposto Note 2"/>
          <p:cNvSpPr>
            <a:spLocks noGrp="1"/>
          </p:cNvSpPr>
          <p:nvPr>
            <p:ph type="body" idx="1"/>
          </p:nvPr>
        </p:nvSpPr>
        <p:spPr bwMode="auto"/>
        <p:txBody>
          <a:bodyPr/>
          <a:lstStyle/>
          <a:p>
            <a:pPr>
              <a:defRPr/>
            </a:pPr>
            <a:endParaRPr lang="it-IT">
              <a:latin typeface="Arial"/>
              <a:cs typeface="Arial"/>
            </a:endParaRPr>
          </a:p>
        </p:txBody>
      </p:sp>
      <p:sp>
        <p:nvSpPr>
          <p:cNvPr id="68842034" name="Segnaposto numero diapositiva 3"/>
          <p:cNvSpPr>
            <a:spLocks noGrp="1"/>
          </p:cNvSpPr>
          <p:nvPr>
            <p:ph type="sldNum" sz="quarter" idx="10"/>
          </p:nvPr>
        </p:nvSpPr>
        <p:spPr bwMode="auto"/>
        <p:txBody>
          <a:bodyPr/>
          <a:lstStyle/>
          <a:p>
            <a:pPr>
              <a:defRPr/>
            </a:pPr>
            <a:fld id="{2E6999B8-B6B4-4561-A3CD-BBCDAB9FC9D9}" type="slidenum">
              <a:rPr lang="it-IT"/>
              <a:t>1</a:t>
            </a:fld>
            <a:endParaRPr lang="it-IT"/>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63066904" name="Slide Image Placeholder 1"/>
          <p:cNvSpPr>
            <a:spLocks noChangeAspect="1" noGrp="1" noRot="1"/>
          </p:cNvSpPr>
          <p:nvPr>
            <p:ph type="sldImg"/>
          </p:nvPr>
        </p:nvSpPr>
        <p:spPr bwMode="auto"/>
      </p:sp>
      <p:sp>
        <p:nvSpPr>
          <p:cNvPr id="137057594" name="Notes Placeholder 2"/>
          <p:cNvSpPr>
            <a:spLocks noGrp="1"/>
          </p:cNvSpPr>
          <p:nvPr>
            <p:ph type="body" idx="1"/>
          </p:nvPr>
        </p:nvSpPr>
        <p:spPr bwMode="auto"/>
        <p:txBody>
          <a:bodyPr/>
          <a:lstStyle/>
          <a:p>
            <a:pPr>
              <a:defRPr/>
            </a:pPr>
            <a:endParaRPr/>
          </a:p>
        </p:txBody>
      </p:sp>
      <p:sp>
        <p:nvSpPr>
          <p:cNvPr id="1020428955" name="Slide Number Placeholder 3"/>
          <p:cNvSpPr>
            <a:spLocks noGrp="1"/>
          </p:cNvSpPr>
          <p:nvPr>
            <p:ph type="sldNum" sz="quarter" idx="10"/>
          </p:nvPr>
        </p:nvSpPr>
        <p:spPr bwMode="auto"/>
        <p:txBody>
          <a:bodyPr/>
          <a:lstStyle/>
          <a:p>
            <a:pPr>
              <a:defRPr/>
            </a:pPr>
            <a:fld id="{590700E5-196F-F5BA-0D79-8AB7D4EE95B4}" type="slidenum">
              <a:rPr/>
              <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81235076" name="Slide Image Placeholder 1"/>
          <p:cNvSpPr>
            <a:spLocks noChangeAspect="1" noGrp="1" noRot="1"/>
          </p:cNvSpPr>
          <p:nvPr>
            <p:ph type="sldImg"/>
          </p:nvPr>
        </p:nvSpPr>
        <p:spPr bwMode="auto"/>
      </p:sp>
      <p:sp>
        <p:nvSpPr>
          <p:cNvPr id="556179191" name="Notes Placeholder 2"/>
          <p:cNvSpPr>
            <a:spLocks noGrp="1"/>
          </p:cNvSpPr>
          <p:nvPr>
            <p:ph type="body" idx="1"/>
          </p:nvPr>
        </p:nvSpPr>
        <p:spPr bwMode="auto"/>
        <p:txBody>
          <a:bodyPr/>
          <a:lstStyle/>
          <a:p>
            <a:pPr>
              <a:defRPr/>
            </a:pPr>
            <a:endParaRPr/>
          </a:p>
        </p:txBody>
      </p:sp>
      <p:sp>
        <p:nvSpPr>
          <p:cNvPr id="2135982930" name="Slide Number Placeholder 3"/>
          <p:cNvSpPr>
            <a:spLocks noGrp="1"/>
          </p:cNvSpPr>
          <p:nvPr>
            <p:ph type="sldNum" sz="quarter" idx="10"/>
          </p:nvPr>
        </p:nvSpPr>
        <p:spPr bwMode="auto"/>
        <p:txBody>
          <a:bodyPr/>
          <a:lstStyle/>
          <a:p>
            <a:pPr>
              <a:defRPr/>
            </a:pPr>
            <a:fld id="{B52D84ED-ECE8-373D-C4B2-0C151F616E20}" type="slidenum">
              <a:rPr/>
              <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59376130" name="Slide Image Placeholder 1"/>
          <p:cNvSpPr>
            <a:spLocks noChangeAspect="1" noGrp="1" noRot="1"/>
          </p:cNvSpPr>
          <p:nvPr>
            <p:ph type="sldImg"/>
          </p:nvPr>
        </p:nvSpPr>
        <p:spPr bwMode="auto"/>
      </p:sp>
      <p:sp>
        <p:nvSpPr>
          <p:cNvPr id="1563664412" name="Notes Placeholder 2"/>
          <p:cNvSpPr>
            <a:spLocks noGrp="1"/>
          </p:cNvSpPr>
          <p:nvPr>
            <p:ph type="body" idx="1"/>
          </p:nvPr>
        </p:nvSpPr>
        <p:spPr bwMode="auto"/>
        <p:txBody>
          <a:bodyPr/>
          <a:lstStyle/>
          <a:p>
            <a:pPr>
              <a:defRPr/>
            </a:pPr>
            <a:endParaRPr/>
          </a:p>
        </p:txBody>
      </p:sp>
      <p:sp>
        <p:nvSpPr>
          <p:cNvPr id="1524035926" name="Slide Number Placeholder 3"/>
          <p:cNvSpPr>
            <a:spLocks noGrp="1"/>
          </p:cNvSpPr>
          <p:nvPr>
            <p:ph type="sldNum" sz="quarter" idx="10"/>
          </p:nvPr>
        </p:nvSpPr>
        <p:spPr bwMode="auto"/>
        <p:txBody>
          <a:bodyPr/>
          <a:lstStyle/>
          <a:p>
            <a:pPr>
              <a:defRPr/>
            </a:pPr>
            <a:fld id="{24D98B3A-AE8A-2B48-B60D-2D19AEA09961}" type="slidenum">
              <a:rPr/>
              <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70447049" name="Slide Image Placeholder 1"/>
          <p:cNvSpPr>
            <a:spLocks noChangeAspect="1" noGrp="1" noRot="1"/>
          </p:cNvSpPr>
          <p:nvPr>
            <p:ph type="sldImg"/>
          </p:nvPr>
        </p:nvSpPr>
        <p:spPr bwMode="auto"/>
      </p:sp>
      <p:sp>
        <p:nvSpPr>
          <p:cNvPr id="1722421659" name="Notes Placeholder 2"/>
          <p:cNvSpPr>
            <a:spLocks noGrp="1"/>
          </p:cNvSpPr>
          <p:nvPr>
            <p:ph type="body" idx="1"/>
          </p:nvPr>
        </p:nvSpPr>
        <p:spPr bwMode="auto"/>
        <p:txBody>
          <a:bodyPr/>
          <a:lstStyle/>
          <a:p>
            <a:pPr>
              <a:defRPr/>
            </a:pPr>
            <a:endParaRPr/>
          </a:p>
        </p:txBody>
      </p:sp>
      <p:sp>
        <p:nvSpPr>
          <p:cNvPr id="93445593" name="Slide Number Placeholder 3"/>
          <p:cNvSpPr>
            <a:spLocks noGrp="1"/>
          </p:cNvSpPr>
          <p:nvPr>
            <p:ph type="sldNum" sz="quarter" idx="10"/>
          </p:nvPr>
        </p:nvSpPr>
        <p:spPr bwMode="auto"/>
        <p:txBody>
          <a:bodyPr/>
          <a:lstStyle/>
          <a:p>
            <a:pPr>
              <a:defRPr/>
            </a:pPr>
            <a:fld id="{82BD46CB-D826-5F31-9C25-5AA9FC7A4C14}" type="slidenum">
              <a:rPr/>
              <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29013728" name="Slide Image Placeholder 1"/>
          <p:cNvSpPr>
            <a:spLocks noChangeAspect="1" noGrp="1" noRot="1"/>
          </p:cNvSpPr>
          <p:nvPr>
            <p:ph type="sldImg"/>
          </p:nvPr>
        </p:nvSpPr>
        <p:spPr bwMode="auto"/>
      </p:sp>
      <p:sp>
        <p:nvSpPr>
          <p:cNvPr id="822027208" name="Notes Placeholder 2"/>
          <p:cNvSpPr>
            <a:spLocks noGrp="1"/>
          </p:cNvSpPr>
          <p:nvPr>
            <p:ph type="body" idx="1"/>
          </p:nvPr>
        </p:nvSpPr>
        <p:spPr bwMode="auto"/>
        <p:txBody>
          <a:bodyPr/>
          <a:lstStyle/>
          <a:p>
            <a:pPr>
              <a:defRPr/>
            </a:pPr>
            <a:endParaRPr/>
          </a:p>
        </p:txBody>
      </p:sp>
      <p:sp>
        <p:nvSpPr>
          <p:cNvPr id="1890280899" name="Slide Number Placeholder 3"/>
          <p:cNvSpPr>
            <a:spLocks noGrp="1"/>
          </p:cNvSpPr>
          <p:nvPr>
            <p:ph type="sldNum" sz="quarter" idx="10"/>
          </p:nvPr>
        </p:nvSpPr>
        <p:spPr bwMode="auto"/>
        <p:txBody>
          <a:bodyPr/>
          <a:lstStyle/>
          <a:p>
            <a:pPr>
              <a:defRPr/>
            </a:pPr>
            <a:fld id="{2C2480C3-7ECA-BEA5-1D8D-6A196042D57D}" type="slidenum">
              <a:rPr/>
              <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28287498" name="Slide Image Placeholder 1"/>
          <p:cNvSpPr>
            <a:spLocks noChangeAspect="1" noGrp="1" noRot="1"/>
          </p:cNvSpPr>
          <p:nvPr>
            <p:ph type="sldImg"/>
          </p:nvPr>
        </p:nvSpPr>
        <p:spPr bwMode="auto"/>
      </p:sp>
      <p:sp>
        <p:nvSpPr>
          <p:cNvPr id="1487125422" name="Notes Placeholder 2"/>
          <p:cNvSpPr>
            <a:spLocks noGrp="1"/>
          </p:cNvSpPr>
          <p:nvPr>
            <p:ph type="body" idx="1"/>
          </p:nvPr>
        </p:nvSpPr>
        <p:spPr bwMode="auto"/>
        <p:txBody>
          <a:bodyPr/>
          <a:lstStyle/>
          <a:p>
            <a:pPr>
              <a:defRPr/>
            </a:pPr>
            <a:endParaRPr/>
          </a:p>
        </p:txBody>
      </p:sp>
      <p:sp>
        <p:nvSpPr>
          <p:cNvPr id="1497143709" name="Slide Number Placeholder 3"/>
          <p:cNvSpPr>
            <a:spLocks noGrp="1"/>
          </p:cNvSpPr>
          <p:nvPr>
            <p:ph type="sldNum" sz="quarter" idx="10"/>
          </p:nvPr>
        </p:nvSpPr>
        <p:spPr bwMode="auto"/>
        <p:txBody>
          <a:bodyPr/>
          <a:lstStyle/>
          <a:p>
            <a:pPr>
              <a:defRPr/>
            </a:pPr>
            <a:fld id="{CFCBDFB4-5DE2-4395-7D2B-3F76437FF0D3}" type="slidenum">
              <a:rPr/>
              <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75663268" name="Slide Image Placeholder 1"/>
          <p:cNvSpPr>
            <a:spLocks noChangeAspect="1" noGrp="1" noRot="1"/>
          </p:cNvSpPr>
          <p:nvPr>
            <p:ph type="sldImg"/>
          </p:nvPr>
        </p:nvSpPr>
        <p:spPr bwMode="auto"/>
      </p:sp>
      <p:sp>
        <p:nvSpPr>
          <p:cNvPr id="584677441" name="Notes Placeholder 2"/>
          <p:cNvSpPr>
            <a:spLocks noGrp="1"/>
          </p:cNvSpPr>
          <p:nvPr>
            <p:ph type="body" idx="1"/>
          </p:nvPr>
        </p:nvSpPr>
        <p:spPr bwMode="auto"/>
        <p:txBody>
          <a:bodyPr/>
          <a:lstStyle/>
          <a:p>
            <a:pPr>
              <a:defRPr/>
            </a:pPr>
            <a:endParaRPr/>
          </a:p>
        </p:txBody>
      </p:sp>
      <p:sp>
        <p:nvSpPr>
          <p:cNvPr id="535632490" name="Slide Number Placeholder 3"/>
          <p:cNvSpPr>
            <a:spLocks noGrp="1"/>
          </p:cNvSpPr>
          <p:nvPr>
            <p:ph type="sldNum" sz="quarter" idx="10"/>
          </p:nvPr>
        </p:nvSpPr>
        <p:spPr bwMode="auto"/>
        <p:txBody>
          <a:bodyPr/>
          <a:lstStyle/>
          <a:p>
            <a:pPr>
              <a:defRPr/>
            </a:pPr>
            <a:fld id="{B9DDE1CB-8FCE-18A1-707D-61FC3B9A3E4F}" type="slidenum">
              <a:rPr/>
              <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17780419" name="Slide Image Placeholder 1"/>
          <p:cNvSpPr>
            <a:spLocks noChangeAspect="1" noGrp="1" noRot="1"/>
          </p:cNvSpPr>
          <p:nvPr>
            <p:ph type="sldImg"/>
          </p:nvPr>
        </p:nvSpPr>
        <p:spPr bwMode="auto"/>
      </p:sp>
      <p:sp>
        <p:nvSpPr>
          <p:cNvPr id="740757049" name="Notes Placeholder 2"/>
          <p:cNvSpPr>
            <a:spLocks noGrp="1"/>
          </p:cNvSpPr>
          <p:nvPr>
            <p:ph type="body" idx="1"/>
          </p:nvPr>
        </p:nvSpPr>
        <p:spPr bwMode="auto"/>
        <p:txBody>
          <a:bodyPr/>
          <a:lstStyle/>
          <a:p>
            <a:pPr>
              <a:defRPr/>
            </a:pPr>
            <a:endParaRPr/>
          </a:p>
        </p:txBody>
      </p:sp>
      <p:sp>
        <p:nvSpPr>
          <p:cNvPr id="656636445" name="Slide Number Placeholder 3"/>
          <p:cNvSpPr>
            <a:spLocks noGrp="1"/>
          </p:cNvSpPr>
          <p:nvPr>
            <p:ph type="sldNum" sz="quarter" idx="10"/>
          </p:nvPr>
        </p:nvSpPr>
        <p:spPr bwMode="auto"/>
        <p:txBody>
          <a:bodyPr/>
          <a:lstStyle/>
          <a:p>
            <a:pPr>
              <a:defRPr/>
            </a:pPr>
            <a:fld id="{17F3189F-EC7B-F6F2-E7B6-A1DC7CF396BE}" type="slidenum">
              <a:rPr/>
              <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03486993" name="Slide Image Placeholder 1"/>
          <p:cNvSpPr>
            <a:spLocks noChangeAspect="1" noGrp="1" noRot="1"/>
          </p:cNvSpPr>
          <p:nvPr>
            <p:ph type="sldImg"/>
          </p:nvPr>
        </p:nvSpPr>
        <p:spPr bwMode="auto"/>
      </p:sp>
      <p:sp>
        <p:nvSpPr>
          <p:cNvPr id="1494842246" name="Notes Placeholder 2"/>
          <p:cNvSpPr>
            <a:spLocks noGrp="1"/>
          </p:cNvSpPr>
          <p:nvPr>
            <p:ph type="body" idx="1"/>
          </p:nvPr>
        </p:nvSpPr>
        <p:spPr bwMode="auto"/>
        <p:txBody>
          <a:bodyPr/>
          <a:lstStyle/>
          <a:p>
            <a:pPr>
              <a:defRPr/>
            </a:pPr>
            <a:endParaRPr/>
          </a:p>
        </p:txBody>
      </p:sp>
      <p:sp>
        <p:nvSpPr>
          <p:cNvPr id="1951154063" name="Slide Number Placeholder 3"/>
          <p:cNvSpPr>
            <a:spLocks noGrp="1"/>
          </p:cNvSpPr>
          <p:nvPr>
            <p:ph type="sldNum" sz="quarter" idx="10"/>
          </p:nvPr>
        </p:nvSpPr>
        <p:spPr bwMode="auto"/>
        <p:txBody>
          <a:bodyPr/>
          <a:lstStyle/>
          <a:p>
            <a:pPr>
              <a:defRPr/>
            </a:pPr>
            <a:fld id="{5F6D550A-33FF-F345-33F7-C626DCFF7893}" type="slidenum">
              <a:rPr/>
              <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69430299" name="Slide Image Placeholder 1"/>
          <p:cNvSpPr>
            <a:spLocks noChangeAspect="1" noGrp="1" noRot="1"/>
          </p:cNvSpPr>
          <p:nvPr>
            <p:ph type="sldImg"/>
          </p:nvPr>
        </p:nvSpPr>
        <p:spPr bwMode="auto"/>
      </p:sp>
      <p:sp>
        <p:nvSpPr>
          <p:cNvPr id="495546838" name="Notes Placeholder 2"/>
          <p:cNvSpPr>
            <a:spLocks noGrp="1"/>
          </p:cNvSpPr>
          <p:nvPr>
            <p:ph type="body" idx="1"/>
          </p:nvPr>
        </p:nvSpPr>
        <p:spPr bwMode="auto"/>
        <p:txBody>
          <a:bodyPr/>
          <a:lstStyle/>
          <a:p>
            <a:pPr>
              <a:defRPr/>
            </a:pPr>
            <a:endParaRPr/>
          </a:p>
        </p:txBody>
      </p:sp>
      <p:sp>
        <p:nvSpPr>
          <p:cNvPr id="1958902036" name="Slide Number Placeholder 3"/>
          <p:cNvSpPr>
            <a:spLocks noGrp="1"/>
          </p:cNvSpPr>
          <p:nvPr>
            <p:ph type="sldNum" sz="quarter" idx="10"/>
          </p:nvPr>
        </p:nvSpPr>
        <p:spPr bwMode="auto"/>
        <p:txBody>
          <a:bodyPr/>
          <a:lstStyle/>
          <a:p>
            <a:pPr>
              <a:defRPr/>
            </a:pPr>
            <a:fld id="{0A354E2A-FD91-BE13-31E5-F9D7895BA612}" type="slidenum">
              <a:rPr/>
              <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23038722" name="Slide Image Placeholder 1"/>
          <p:cNvSpPr>
            <a:spLocks noChangeAspect="1" noGrp="1" noRot="1"/>
          </p:cNvSpPr>
          <p:nvPr>
            <p:ph type="sldImg"/>
          </p:nvPr>
        </p:nvSpPr>
        <p:spPr bwMode="auto"/>
      </p:sp>
      <p:sp>
        <p:nvSpPr>
          <p:cNvPr id="2056319910" name="Notes Placeholder 2"/>
          <p:cNvSpPr>
            <a:spLocks noGrp="1"/>
          </p:cNvSpPr>
          <p:nvPr>
            <p:ph type="body" idx="1"/>
          </p:nvPr>
        </p:nvSpPr>
        <p:spPr bwMode="auto"/>
        <p:txBody>
          <a:bodyPr/>
          <a:lstStyle/>
          <a:p>
            <a:pPr>
              <a:defRPr/>
            </a:pPr>
            <a:endParaRPr/>
          </a:p>
        </p:txBody>
      </p:sp>
      <p:sp>
        <p:nvSpPr>
          <p:cNvPr id="1796213329" name="Slide Number Placeholder 3"/>
          <p:cNvSpPr>
            <a:spLocks noGrp="1"/>
          </p:cNvSpPr>
          <p:nvPr>
            <p:ph type="sldNum" sz="quarter" idx="10"/>
          </p:nvPr>
        </p:nvSpPr>
        <p:spPr bwMode="auto"/>
        <p:txBody>
          <a:bodyPr/>
          <a:lstStyle/>
          <a:p>
            <a:pPr>
              <a:defRPr/>
            </a:pPr>
            <a:fld id="{B753592B-FCDD-6163-0739-6BAACF3A1F45}" type="slidenum">
              <a:rPr/>
              <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45321579" name="Slide Image Placeholder 1"/>
          <p:cNvSpPr>
            <a:spLocks noChangeAspect="1" noGrp="1" noRot="1"/>
          </p:cNvSpPr>
          <p:nvPr>
            <p:ph type="sldImg"/>
          </p:nvPr>
        </p:nvSpPr>
        <p:spPr bwMode="auto"/>
      </p:sp>
      <p:sp>
        <p:nvSpPr>
          <p:cNvPr id="1739401825" name="Notes Placeholder 2"/>
          <p:cNvSpPr>
            <a:spLocks noGrp="1"/>
          </p:cNvSpPr>
          <p:nvPr>
            <p:ph type="body" idx="1"/>
          </p:nvPr>
        </p:nvSpPr>
        <p:spPr bwMode="auto"/>
        <p:txBody>
          <a:bodyPr/>
          <a:lstStyle/>
          <a:p>
            <a:pPr>
              <a:defRPr/>
            </a:pPr>
            <a:endParaRPr/>
          </a:p>
        </p:txBody>
      </p:sp>
      <p:sp>
        <p:nvSpPr>
          <p:cNvPr id="900784786" name="Slide Number Placeholder 3"/>
          <p:cNvSpPr>
            <a:spLocks noGrp="1"/>
          </p:cNvSpPr>
          <p:nvPr>
            <p:ph type="sldNum" sz="quarter" idx="10"/>
          </p:nvPr>
        </p:nvSpPr>
        <p:spPr bwMode="auto"/>
        <p:txBody>
          <a:bodyPr/>
          <a:lstStyle/>
          <a:p>
            <a:pPr>
              <a:defRPr/>
            </a:pPr>
            <a:fld id="{1CD94749-6FDA-4E9C-36AB-734731960A87}" type="slidenum">
              <a:rPr/>
              <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17141964" name="Slide Image Placeholder 1"/>
          <p:cNvSpPr>
            <a:spLocks noChangeAspect="1" noGrp="1" noRot="1"/>
          </p:cNvSpPr>
          <p:nvPr>
            <p:ph type="sldImg"/>
          </p:nvPr>
        </p:nvSpPr>
        <p:spPr bwMode="auto"/>
      </p:sp>
      <p:sp>
        <p:nvSpPr>
          <p:cNvPr id="1723326490" name="Notes Placeholder 2"/>
          <p:cNvSpPr>
            <a:spLocks noGrp="1"/>
          </p:cNvSpPr>
          <p:nvPr>
            <p:ph type="body" idx="1"/>
          </p:nvPr>
        </p:nvSpPr>
        <p:spPr bwMode="auto"/>
        <p:txBody>
          <a:bodyPr/>
          <a:lstStyle/>
          <a:p>
            <a:pPr>
              <a:defRPr/>
            </a:pPr>
            <a:endParaRPr/>
          </a:p>
        </p:txBody>
      </p:sp>
      <p:sp>
        <p:nvSpPr>
          <p:cNvPr id="1045191894" name="Slide Number Placeholder 3"/>
          <p:cNvSpPr>
            <a:spLocks noGrp="1"/>
          </p:cNvSpPr>
          <p:nvPr>
            <p:ph type="sldNum" sz="quarter" idx="10"/>
          </p:nvPr>
        </p:nvSpPr>
        <p:spPr bwMode="auto"/>
        <p:txBody>
          <a:bodyPr/>
          <a:lstStyle/>
          <a:p>
            <a:pPr>
              <a:defRPr/>
            </a:pPr>
            <a:fld id="{5CE3D79E-5A56-A339-5BD5-3948697C5D93}" type="slidenum">
              <a:rPr/>
              <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14847946" name="Slide Image Placeholder 1"/>
          <p:cNvSpPr>
            <a:spLocks noChangeAspect="1" noGrp="1" noRot="1"/>
          </p:cNvSpPr>
          <p:nvPr>
            <p:ph type="sldImg"/>
          </p:nvPr>
        </p:nvSpPr>
        <p:spPr bwMode="auto"/>
      </p:sp>
      <p:sp>
        <p:nvSpPr>
          <p:cNvPr id="1186101691" name="Notes Placeholder 2"/>
          <p:cNvSpPr>
            <a:spLocks noGrp="1"/>
          </p:cNvSpPr>
          <p:nvPr>
            <p:ph type="body" idx="1"/>
          </p:nvPr>
        </p:nvSpPr>
        <p:spPr bwMode="auto"/>
        <p:txBody>
          <a:bodyPr/>
          <a:lstStyle/>
          <a:p>
            <a:pPr>
              <a:defRPr/>
            </a:pPr>
            <a:endParaRPr/>
          </a:p>
        </p:txBody>
      </p:sp>
      <p:sp>
        <p:nvSpPr>
          <p:cNvPr id="1418016604" name="Slide Number Placeholder 3"/>
          <p:cNvSpPr>
            <a:spLocks noGrp="1"/>
          </p:cNvSpPr>
          <p:nvPr>
            <p:ph type="sldNum" sz="quarter" idx="10"/>
          </p:nvPr>
        </p:nvSpPr>
        <p:spPr bwMode="auto"/>
        <p:txBody>
          <a:bodyPr/>
          <a:lstStyle/>
          <a:p>
            <a:pPr>
              <a:defRPr/>
            </a:pPr>
            <a:fld id="{C1B0ED42-154C-37AC-EA60-9CE5185831C2}" type="slidenum">
              <a:rPr/>
              <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9472692" name="Slide Image Placeholder 1"/>
          <p:cNvSpPr>
            <a:spLocks noChangeAspect="1" noGrp="1" noRot="1"/>
          </p:cNvSpPr>
          <p:nvPr>
            <p:ph type="sldImg"/>
          </p:nvPr>
        </p:nvSpPr>
        <p:spPr bwMode="auto"/>
      </p:sp>
      <p:sp>
        <p:nvSpPr>
          <p:cNvPr id="2120310523" name="Notes Placeholder 2"/>
          <p:cNvSpPr>
            <a:spLocks noGrp="1"/>
          </p:cNvSpPr>
          <p:nvPr>
            <p:ph type="body" idx="1"/>
          </p:nvPr>
        </p:nvSpPr>
        <p:spPr bwMode="auto"/>
        <p:txBody>
          <a:bodyPr/>
          <a:lstStyle/>
          <a:p>
            <a:pPr>
              <a:defRPr/>
            </a:pPr>
            <a:endParaRPr/>
          </a:p>
        </p:txBody>
      </p:sp>
      <p:sp>
        <p:nvSpPr>
          <p:cNvPr id="331964842" name="Slide Number Placeholder 3"/>
          <p:cNvSpPr>
            <a:spLocks noGrp="1"/>
          </p:cNvSpPr>
          <p:nvPr>
            <p:ph type="sldNum" sz="quarter" idx="10"/>
          </p:nvPr>
        </p:nvSpPr>
        <p:spPr bwMode="auto"/>
        <p:txBody>
          <a:bodyPr/>
          <a:lstStyle/>
          <a:p>
            <a:pPr>
              <a:defRPr/>
            </a:pPr>
            <a:fld id="{97CE3B5A-C7B8-C31E-D05F-021B77FFEF0E}" type="slidenum">
              <a:rPr/>
              <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06456358" name="Slide Image Placeholder 1"/>
          <p:cNvSpPr>
            <a:spLocks noChangeAspect="1" noGrp="1" noRot="1"/>
          </p:cNvSpPr>
          <p:nvPr>
            <p:ph type="sldImg"/>
          </p:nvPr>
        </p:nvSpPr>
        <p:spPr bwMode="auto"/>
      </p:sp>
      <p:sp>
        <p:nvSpPr>
          <p:cNvPr id="496033519" name="Notes Placeholder 2"/>
          <p:cNvSpPr>
            <a:spLocks noGrp="1"/>
          </p:cNvSpPr>
          <p:nvPr>
            <p:ph type="body" idx="1"/>
          </p:nvPr>
        </p:nvSpPr>
        <p:spPr bwMode="auto"/>
        <p:txBody>
          <a:bodyPr/>
          <a:lstStyle/>
          <a:p>
            <a:pPr>
              <a:defRPr/>
            </a:pPr>
            <a:endParaRPr/>
          </a:p>
        </p:txBody>
      </p:sp>
      <p:sp>
        <p:nvSpPr>
          <p:cNvPr id="1271475493" name="Slide Number Placeholder 3"/>
          <p:cNvSpPr>
            <a:spLocks noGrp="1"/>
          </p:cNvSpPr>
          <p:nvPr>
            <p:ph type="sldNum" sz="quarter" idx="10"/>
          </p:nvPr>
        </p:nvSpPr>
        <p:spPr bwMode="auto"/>
        <p:txBody>
          <a:bodyPr/>
          <a:lstStyle/>
          <a:p>
            <a:pPr>
              <a:defRPr/>
            </a:pPr>
            <a:fld id="{373A4F64-1DDB-898D-3141-351BAF57DA12}" type="slidenum">
              <a:rPr/>
              <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03296988" name="Slide Image Placeholder 1"/>
          <p:cNvSpPr>
            <a:spLocks noChangeAspect="1" noGrp="1" noRot="1"/>
          </p:cNvSpPr>
          <p:nvPr>
            <p:ph type="sldImg"/>
          </p:nvPr>
        </p:nvSpPr>
        <p:spPr bwMode="auto"/>
      </p:sp>
      <p:sp>
        <p:nvSpPr>
          <p:cNvPr id="1717544694" name="Notes Placeholder 2"/>
          <p:cNvSpPr>
            <a:spLocks noGrp="1"/>
          </p:cNvSpPr>
          <p:nvPr>
            <p:ph type="body" idx="1"/>
          </p:nvPr>
        </p:nvSpPr>
        <p:spPr bwMode="auto"/>
        <p:txBody>
          <a:bodyPr/>
          <a:lstStyle/>
          <a:p>
            <a:pPr>
              <a:defRPr/>
            </a:pPr>
            <a:endParaRPr/>
          </a:p>
        </p:txBody>
      </p:sp>
      <p:sp>
        <p:nvSpPr>
          <p:cNvPr id="738904043" name="Slide Number Placeholder 3"/>
          <p:cNvSpPr>
            <a:spLocks noGrp="1"/>
          </p:cNvSpPr>
          <p:nvPr>
            <p:ph type="sldNum" sz="quarter" idx="10"/>
          </p:nvPr>
        </p:nvSpPr>
        <p:spPr bwMode="auto"/>
        <p:txBody>
          <a:bodyPr/>
          <a:lstStyle/>
          <a:p>
            <a:pPr>
              <a:defRPr/>
            </a:pPr>
            <a:fld id="{E0EEA2AC-6940-83FF-9A62-FDE019F8CFBA}" type="slidenum">
              <a:rPr/>
              <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30832705" name="Slide Image Placeholder 1"/>
          <p:cNvSpPr>
            <a:spLocks noChangeAspect="1" noGrp="1" noRot="1"/>
          </p:cNvSpPr>
          <p:nvPr>
            <p:ph type="sldImg"/>
          </p:nvPr>
        </p:nvSpPr>
        <p:spPr bwMode="auto"/>
      </p:sp>
      <p:sp>
        <p:nvSpPr>
          <p:cNvPr id="1279881132" name="Notes Placeholder 2"/>
          <p:cNvSpPr>
            <a:spLocks noGrp="1"/>
          </p:cNvSpPr>
          <p:nvPr>
            <p:ph type="body" idx="1"/>
          </p:nvPr>
        </p:nvSpPr>
        <p:spPr bwMode="auto"/>
        <p:txBody>
          <a:bodyPr/>
          <a:lstStyle/>
          <a:p>
            <a:pPr>
              <a:defRPr/>
            </a:pPr>
            <a:endParaRPr/>
          </a:p>
        </p:txBody>
      </p:sp>
      <p:sp>
        <p:nvSpPr>
          <p:cNvPr id="1527127595" name="Slide Number Placeholder 3"/>
          <p:cNvSpPr>
            <a:spLocks noGrp="1"/>
          </p:cNvSpPr>
          <p:nvPr>
            <p:ph type="sldNum" sz="quarter" idx="10"/>
          </p:nvPr>
        </p:nvSpPr>
        <p:spPr bwMode="auto"/>
        <p:txBody>
          <a:bodyPr/>
          <a:lstStyle/>
          <a:p>
            <a:pPr>
              <a:defRPr/>
            </a:pPr>
            <a:fld id="{34DDF272-15C9-97B8-0696-B071723A3A34}" type="slidenum">
              <a:rPr/>
              <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15974854" name="Slide Image Placeholder 1"/>
          <p:cNvSpPr>
            <a:spLocks noChangeAspect="1" noGrp="1" noRot="1"/>
          </p:cNvSpPr>
          <p:nvPr>
            <p:ph type="sldImg"/>
          </p:nvPr>
        </p:nvSpPr>
        <p:spPr bwMode="auto"/>
      </p:sp>
      <p:sp>
        <p:nvSpPr>
          <p:cNvPr id="149539516" name="Notes Placeholder 2"/>
          <p:cNvSpPr>
            <a:spLocks noGrp="1"/>
          </p:cNvSpPr>
          <p:nvPr>
            <p:ph type="body" idx="1"/>
          </p:nvPr>
        </p:nvSpPr>
        <p:spPr bwMode="auto"/>
        <p:txBody>
          <a:bodyPr/>
          <a:lstStyle/>
          <a:p>
            <a:pPr>
              <a:defRPr/>
            </a:pPr>
            <a:endParaRPr/>
          </a:p>
        </p:txBody>
      </p:sp>
      <p:sp>
        <p:nvSpPr>
          <p:cNvPr id="324720142" name="Slide Number Placeholder 3"/>
          <p:cNvSpPr>
            <a:spLocks noGrp="1"/>
          </p:cNvSpPr>
          <p:nvPr>
            <p:ph type="sldNum" sz="quarter" idx="10"/>
          </p:nvPr>
        </p:nvSpPr>
        <p:spPr bwMode="auto"/>
        <p:txBody>
          <a:bodyPr/>
          <a:lstStyle/>
          <a:p>
            <a:pPr>
              <a:defRPr/>
            </a:pPr>
            <a:fld id="{63195650-B0F5-4319-E0B1-4A630F16C93D}" type="slidenum">
              <a:rPr/>
              <a:t/>
            </a:fld>
            <a:endParaRP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 userDrawn="1">
  <p:cSld name="Diapositiva titolo">
    <p:spTree>
      <p:nvGrpSpPr>
        <p:cNvPr id="1" name=""/>
        <p:cNvGrpSpPr/>
        <p:nvPr/>
      </p:nvGrpSpPr>
      <p:grpSpPr bwMode="auto">
        <a:xfrm>
          <a:off x="0" y="0"/>
          <a:ext cx="0" cy="0"/>
          <a:chOff x="0" y="0"/>
          <a:chExt cx="0" cy="0"/>
        </a:xfrm>
      </p:grpSpPr>
      <p:sp>
        <p:nvSpPr>
          <p:cNvPr id="1326857447" name="Titolo 1"/>
          <p:cNvSpPr>
            <a:spLocks noGrp="1"/>
          </p:cNvSpPr>
          <p:nvPr>
            <p:ph type="ctrTitle"/>
          </p:nvPr>
        </p:nvSpPr>
        <p:spPr bwMode="auto">
          <a:xfrm>
            <a:off x="1524000" y="1122363"/>
            <a:ext cx="9144000" cy="2387600"/>
          </a:xfrm>
        </p:spPr>
        <p:txBody>
          <a:bodyPr anchor="b"/>
          <a:lstStyle>
            <a:lvl1pPr algn="ctr">
              <a:defRPr sz="6000"/>
            </a:lvl1pPr>
          </a:lstStyle>
          <a:p>
            <a:pPr>
              <a:defRPr/>
            </a:pPr>
            <a:r>
              <a:rPr lang="it-IT"/>
              <a:t>Fare clic per modificare lo stile del titolo</a:t>
            </a:r>
            <a:endParaRPr lang="it-IT"/>
          </a:p>
        </p:txBody>
      </p:sp>
      <p:sp>
        <p:nvSpPr>
          <p:cNvPr id="1502709416" name="Sottotitolo 2"/>
          <p:cNvSpPr>
            <a:spLocks noGrp="1"/>
          </p:cNvSpPr>
          <p:nvPr>
            <p:ph type="subTitle" idx="1"/>
          </p:nvPr>
        </p:nvSpPr>
        <p:spPr bwMode="auto">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it-IT"/>
              <a:t>Fare clic per modificare lo stile del sottotitolo dello schema</a:t>
            </a:r>
            <a:endParaRPr lang="it-IT"/>
          </a:p>
        </p:txBody>
      </p:sp>
      <p:sp>
        <p:nvSpPr>
          <p:cNvPr id="969766095" name="Segnaposto data 3"/>
          <p:cNvSpPr>
            <a:spLocks noGrp="1"/>
          </p:cNvSpPr>
          <p:nvPr>
            <p:ph type="dt" sz="half" idx="10"/>
          </p:nvPr>
        </p:nvSpPr>
        <p:spPr bwMode="auto"/>
        <p:txBody>
          <a:bodyPr/>
          <a:lstStyle/>
          <a:p>
            <a:pPr>
              <a:defRPr/>
            </a:pPr>
            <a:fld id="{BCC18F51-09EC-435C-A3BA-64A766E099C0}" type="datetimeFigureOut">
              <a:rPr lang="it-IT"/>
              <a:t>30.10.2013</a:t>
            </a:fld>
            <a:endParaRPr lang="it-IT"/>
          </a:p>
        </p:txBody>
      </p:sp>
      <p:sp>
        <p:nvSpPr>
          <p:cNvPr id="1000243293" name="Segnaposto piè di pagina 4"/>
          <p:cNvSpPr>
            <a:spLocks noGrp="1"/>
          </p:cNvSpPr>
          <p:nvPr>
            <p:ph type="ftr" sz="quarter" idx="11"/>
          </p:nvPr>
        </p:nvSpPr>
        <p:spPr bwMode="auto"/>
        <p:txBody>
          <a:bodyPr/>
          <a:lstStyle/>
          <a:p>
            <a:pPr>
              <a:defRPr/>
            </a:pPr>
            <a:endParaRPr lang="it-IT"/>
          </a:p>
        </p:txBody>
      </p:sp>
      <p:sp>
        <p:nvSpPr>
          <p:cNvPr id="773720423" name="Segnaposto numero diapositiva 5"/>
          <p:cNvSpPr>
            <a:spLocks noGrp="1"/>
          </p:cNvSpPr>
          <p:nvPr>
            <p:ph type="sldNum" sz="quarter" idx="12"/>
          </p:nvPr>
        </p:nvSpPr>
        <p:spPr bwMode="auto"/>
        <p:txBody>
          <a:bodyPr/>
          <a:lstStyle/>
          <a:p>
            <a:pPr>
              <a:defRPr/>
            </a:pPr>
            <a:fld id="{08395586-F03A-48D1-94DF-16B239DF4FB5}" type="slidenum">
              <a:rPr lang="it-IT"/>
              <a:t>‹#›</a:t>
            </a:fld>
            <a:endParaRPr lang="it-IT"/>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 userDrawn="1">
  <p:cSld name="Titolo e contenuto">
    <p:spTree>
      <p:nvGrpSpPr>
        <p:cNvPr id="1" name=""/>
        <p:cNvGrpSpPr/>
        <p:nvPr/>
      </p:nvGrpSpPr>
      <p:grpSpPr bwMode="auto">
        <a:xfrm>
          <a:off x="0" y="0"/>
          <a:ext cx="0" cy="0"/>
          <a:chOff x="0" y="0"/>
          <a:chExt cx="0" cy="0"/>
        </a:xfrm>
      </p:grpSpPr>
      <p:sp>
        <p:nvSpPr>
          <p:cNvPr id="227206324" name="Titolo 1"/>
          <p:cNvSpPr>
            <a:spLocks noGrp="1"/>
          </p:cNvSpPr>
          <p:nvPr>
            <p:ph type="title"/>
          </p:nvPr>
        </p:nvSpPr>
        <p:spPr bwMode="auto"/>
        <p:txBody>
          <a:bodyPr/>
          <a:lstStyle/>
          <a:p>
            <a:pPr>
              <a:defRPr/>
            </a:pPr>
            <a:r>
              <a:rPr lang="it-IT"/>
              <a:t>Fare clic per modificare lo stile del titolo</a:t>
            </a:r>
            <a:endParaRPr lang="it-IT"/>
          </a:p>
        </p:txBody>
      </p:sp>
      <p:sp>
        <p:nvSpPr>
          <p:cNvPr id="977099606" name="Segnaposto contenuto 2"/>
          <p:cNvSpPr>
            <a:spLocks noGrp="1"/>
          </p:cNvSpPr>
          <p:nvPr>
            <p:ph idx="1"/>
          </p:nvPr>
        </p:nvSpPr>
        <p:spPr bwMode="auto"/>
        <p:txBody>
          <a:bodyPr/>
          <a:lstStyle/>
          <a:p>
            <a:pPr lvl="0">
              <a:defRPr/>
            </a:pPr>
            <a:r>
              <a:rPr lang="it-IT"/>
              <a:t>Fare clic per modificare stili del testo dello schema</a:t>
            </a:r>
            <a:endParaRPr/>
          </a:p>
          <a:p>
            <a:pPr lvl="1">
              <a:defRPr/>
            </a:pPr>
            <a:r>
              <a:rPr lang="it-IT"/>
              <a:t>Secondo livello</a:t>
            </a:r>
            <a:endParaRPr/>
          </a:p>
          <a:p>
            <a:pPr lvl="2">
              <a:defRPr/>
            </a:pPr>
            <a:r>
              <a:rPr lang="it-IT"/>
              <a:t>Terzo livello</a:t>
            </a:r>
            <a:endParaRPr/>
          </a:p>
          <a:p>
            <a:pPr lvl="3">
              <a:defRPr/>
            </a:pPr>
            <a:r>
              <a:rPr lang="it-IT"/>
              <a:t>Quarto livello</a:t>
            </a:r>
            <a:endParaRPr/>
          </a:p>
          <a:p>
            <a:pPr lvl="4">
              <a:defRPr/>
            </a:pPr>
            <a:r>
              <a:rPr lang="it-IT"/>
              <a:t>Quinto livello</a:t>
            </a:r>
            <a:endParaRPr lang="it-IT"/>
          </a:p>
        </p:txBody>
      </p:sp>
      <p:sp>
        <p:nvSpPr>
          <p:cNvPr id="1830450446" name="Segnaposto data 3"/>
          <p:cNvSpPr>
            <a:spLocks noGrp="1"/>
          </p:cNvSpPr>
          <p:nvPr>
            <p:ph type="dt" sz="half" idx="10"/>
          </p:nvPr>
        </p:nvSpPr>
        <p:spPr bwMode="auto"/>
        <p:txBody>
          <a:bodyPr/>
          <a:lstStyle/>
          <a:p>
            <a:pPr>
              <a:defRPr/>
            </a:pPr>
            <a:fld id="{BCC18F51-09EC-435C-A3BA-64A766E099C0}" type="datetimeFigureOut">
              <a:rPr lang="it-IT"/>
              <a:t>30.10.2013</a:t>
            </a:fld>
            <a:endParaRPr lang="it-IT"/>
          </a:p>
        </p:txBody>
      </p:sp>
      <p:sp>
        <p:nvSpPr>
          <p:cNvPr id="117027652" name="Segnaposto piè di pagina 4"/>
          <p:cNvSpPr>
            <a:spLocks noGrp="1"/>
          </p:cNvSpPr>
          <p:nvPr>
            <p:ph type="ftr" sz="quarter" idx="11"/>
          </p:nvPr>
        </p:nvSpPr>
        <p:spPr bwMode="auto"/>
        <p:txBody>
          <a:bodyPr/>
          <a:lstStyle/>
          <a:p>
            <a:pPr>
              <a:defRPr/>
            </a:pPr>
            <a:endParaRPr lang="it-IT"/>
          </a:p>
        </p:txBody>
      </p:sp>
      <p:sp>
        <p:nvSpPr>
          <p:cNvPr id="1063603573" name="Segnaposto numero diapositiva 5"/>
          <p:cNvSpPr>
            <a:spLocks noGrp="1"/>
          </p:cNvSpPr>
          <p:nvPr>
            <p:ph type="sldNum" sz="quarter" idx="12"/>
          </p:nvPr>
        </p:nvSpPr>
        <p:spPr bwMode="auto"/>
        <p:txBody>
          <a:bodyPr/>
          <a:lstStyle/>
          <a:p>
            <a:pPr>
              <a:defRPr/>
            </a:pPr>
            <a:fld id="{08395586-F03A-48D1-94DF-16B239DF4FB5}" type="slidenum">
              <a:rPr lang="it-IT"/>
              <a:t>‹#›</a:t>
            </a:fld>
            <a:endParaRPr lang="it-IT"/>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secHead" userDrawn="1">
  <p:cSld name="Intestazione sezione">
    <p:spTree>
      <p:nvGrpSpPr>
        <p:cNvPr id="1" name=""/>
        <p:cNvGrpSpPr/>
        <p:nvPr/>
      </p:nvGrpSpPr>
      <p:grpSpPr bwMode="auto">
        <a:xfrm>
          <a:off x="0" y="0"/>
          <a:ext cx="0" cy="0"/>
          <a:chOff x="0" y="0"/>
          <a:chExt cx="0" cy="0"/>
        </a:xfrm>
      </p:grpSpPr>
      <p:sp>
        <p:nvSpPr>
          <p:cNvPr id="559273043" name="Titolo 1"/>
          <p:cNvSpPr>
            <a:spLocks noGrp="1"/>
          </p:cNvSpPr>
          <p:nvPr>
            <p:ph type="title"/>
          </p:nvPr>
        </p:nvSpPr>
        <p:spPr bwMode="auto">
          <a:xfrm>
            <a:off x="831850" y="1709738"/>
            <a:ext cx="10515600" cy="2852737"/>
          </a:xfrm>
        </p:spPr>
        <p:txBody>
          <a:bodyPr anchor="b"/>
          <a:lstStyle>
            <a:lvl1pPr>
              <a:defRPr sz="6000"/>
            </a:lvl1pPr>
          </a:lstStyle>
          <a:p>
            <a:pPr>
              <a:defRPr/>
            </a:pPr>
            <a:r>
              <a:rPr lang="it-IT"/>
              <a:t>Fare clic per modificare lo stile del titolo</a:t>
            </a:r>
            <a:endParaRPr lang="it-IT"/>
          </a:p>
        </p:txBody>
      </p:sp>
      <p:sp>
        <p:nvSpPr>
          <p:cNvPr id="1731423094" name="Segnaposto testo 2"/>
          <p:cNvSpPr>
            <a:spLocks noGrp="1"/>
          </p:cNvSpPr>
          <p:nvPr>
            <p:ph type="body" idx="1"/>
          </p:nvPr>
        </p:nvSpPr>
        <p:spPr bwMode="auto">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defRPr/>
            </a:pPr>
            <a:r>
              <a:rPr lang="it-IT"/>
              <a:t>Fare clic per modificare stili del testo dello schema</a:t>
            </a:r>
            <a:endParaRPr/>
          </a:p>
        </p:txBody>
      </p:sp>
      <p:sp>
        <p:nvSpPr>
          <p:cNvPr id="1543707565" name="Segnaposto data 3"/>
          <p:cNvSpPr>
            <a:spLocks noGrp="1"/>
          </p:cNvSpPr>
          <p:nvPr>
            <p:ph type="dt" sz="half" idx="10"/>
          </p:nvPr>
        </p:nvSpPr>
        <p:spPr bwMode="auto"/>
        <p:txBody>
          <a:bodyPr/>
          <a:lstStyle/>
          <a:p>
            <a:pPr>
              <a:defRPr/>
            </a:pPr>
            <a:fld id="{BCC18F51-09EC-435C-A3BA-64A766E099C0}" type="datetimeFigureOut">
              <a:rPr lang="it-IT"/>
              <a:t>30.10.2013</a:t>
            </a:fld>
            <a:endParaRPr lang="it-IT"/>
          </a:p>
        </p:txBody>
      </p:sp>
      <p:sp>
        <p:nvSpPr>
          <p:cNvPr id="1148431473" name="Segnaposto piè di pagina 4"/>
          <p:cNvSpPr>
            <a:spLocks noGrp="1"/>
          </p:cNvSpPr>
          <p:nvPr>
            <p:ph type="ftr" sz="quarter" idx="11"/>
          </p:nvPr>
        </p:nvSpPr>
        <p:spPr bwMode="auto"/>
        <p:txBody>
          <a:bodyPr/>
          <a:lstStyle/>
          <a:p>
            <a:pPr>
              <a:defRPr/>
            </a:pPr>
            <a:endParaRPr lang="it-IT"/>
          </a:p>
        </p:txBody>
      </p:sp>
      <p:sp>
        <p:nvSpPr>
          <p:cNvPr id="316641620" name="Segnaposto numero diapositiva 5"/>
          <p:cNvSpPr>
            <a:spLocks noGrp="1"/>
          </p:cNvSpPr>
          <p:nvPr>
            <p:ph type="sldNum" sz="quarter" idx="12"/>
          </p:nvPr>
        </p:nvSpPr>
        <p:spPr bwMode="auto"/>
        <p:txBody>
          <a:bodyPr/>
          <a:lstStyle/>
          <a:p>
            <a:pPr>
              <a:defRPr/>
            </a:pPr>
            <a:fld id="{08395586-F03A-48D1-94DF-16B239DF4FB5}" type="slidenum">
              <a:rPr lang="it-IT"/>
              <a:t>‹#›</a:t>
            </a:fld>
            <a:endParaRPr lang="it-IT"/>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woObj" userDrawn="1">
  <p:cSld name="Due contenuti">
    <p:spTree>
      <p:nvGrpSpPr>
        <p:cNvPr id="1" name=""/>
        <p:cNvGrpSpPr/>
        <p:nvPr/>
      </p:nvGrpSpPr>
      <p:grpSpPr bwMode="auto">
        <a:xfrm>
          <a:off x="0" y="0"/>
          <a:ext cx="0" cy="0"/>
          <a:chOff x="0" y="0"/>
          <a:chExt cx="0" cy="0"/>
        </a:xfrm>
      </p:grpSpPr>
      <p:sp>
        <p:nvSpPr>
          <p:cNvPr id="1536072691" name="Title 1"/>
          <p:cNvSpPr>
            <a:spLocks noGrp="1"/>
          </p:cNvSpPr>
          <p:nvPr>
            <p:ph type="title"/>
          </p:nvPr>
        </p:nvSpPr>
        <p:spPr bwMode="auto"/>
        <p:txBody>
          <a:bodyPr/>
          <a:lstStyle/>
          <a:p>
            <a:pPr>
              <a:defRPr/>
            </a:pPr>
            <a:r>
              <a:rPr lang="it-IT"/>
              <a:t>Fare clic per modificare lo stile del titolo</a:t>
            </a:r>
            <a:endParaRPr lang="it-IT"/>
          </a:p>
        </p:txBody>
      </p:sp>
      <p:sp>
        <p:nvSpPr>
          <p:cNvPr id="1202285231" name="Segnaposto contenuto 2"/>
          <p:cNvSpPr>
            <a:spLocks noGrp="1"/>
          </p:cNvSpPr>
          <p:nvPr>
            <p:ph sz="half" idx="1"/>
          </p:nvPr>
        </p:nvSpPr>
        <p:spPr bwMode="auto">
          <a:xfrm>
            <a:off x="838200" y="1825625"/>
            <a:ext cx="5181600" cy="4351338"/>
          </a:xfrm>
        </p:spPr>
        <p:txBody>
          <a:bodyPr/>
          <a:lstStyle/>
          <a:p>
            <a:pPr lvl="0">
              <a:defRPr/>
            </a:pPr>
            <a:r>
              <a:rPr lang="it-IT"/>
              <a:t>Fare clic per modificare stili del testo dello schema</a:t>
            </a:r>
            <a:endParaRPr/>
          </a:p>
          <a:p>
            <a:pPr lvl="1">
              <a:defRPr/>
            </a:pPr>
            <a:r>
              <a:rPr lang="it-IT"/>
              <a:t>Secondo livello</a:t>
            </a:r>
            <a:endParaRPr/>
          </a:p>
          <a:p>
            <a:pPr lvl="2">
              <a:defRPr/>
            </a:pPr>
            <a:r>
              <a:rPr lang="it-IT"/>
              <a:t>Terzo livello</a:t>
            </a:r>
            <a:endParaRPr/>
          </a:p>
          <a:p>
            <a:pPr lvl="3">
              <a:defRPr/>
            </a:pPr>
            <a:r>
              <a:rPr lang="it-IT"/>
              <a:t>Quarto livello</a:t>
            </a:r>
            <a:endParaRPr/>
          </a:p>
          <a:p>
            <a:pPr lvl="4">
              <a:defRPr/>
            </a:pPr>
            <a:r>
              <a:rPr lang="it-IT"/>
              <a:t>Quinto livello</a:t>
            </a:r>
            <a:endParaRPr lang="it-IT"/>
          </a:p>
        </p:txBody>
      </p:sp>
      <p:sp>
        <p:nvSpPr>
          <p:cNvPr id="2001726842" name="Segnaposto contenuto 3"/>
          <p:cNvSpPr>
            <a:spLocks noGrp="1"/>
          </p:cNvSpPr>
          <p:nvPr>
            <p:ph sz="half" idx="2"/>
          </p:nvPr>
        </p:nvSpPr>
        <p:spPr bwMode="auto">
          <a:xfrm>
            <a:off x="6172200" y="1825625"/>
            <a:ext cx="5181600" cy="4351338"/>
          </a:xfrm>
        </p:spPr>
        <p:txBody>
          <a:bodyPr/>
          <a:lstStyle/>
          <a:p>
            <a:pPr lvl="0">
              <a:defRPr/>
            </a:pPr>
            <a:r>
              <a:rPr lang="it-IT"/>
              <a:t>Fare clic per modificare stili del testo dello schema</a:t>
            </a:r>
            <a:endParaRPr/>
          </a:p>
          <a:p>
            <a:pPr lvl="1">
              <a:defRPr/>
            </a:pPr>
            <a:r>
              <a:rPr lang="it-IT"/>
              <a:t>Secondo livello</a:t>
            </a:r>
            <a:endParaRPr/>
          </a:p>
          <a:p>
            <a:pPr lvl="2">
              <a:defRPr/>
            </a:pPr>
            <a:r>
              <a:rPr lang="it-IT"/>
              <a:t>Terzo livello</a:t>
            </a:r>
            <a:endParaRPr/>
          </a:p>
          <a:p>
            <a:pPr lvl="3">
              <a:defRPr/>
            </a:pPr>
            <a:r>
              <a:rPr lang="it-IT"/>
              <a:t>Quarto livello</a:t>
            </a:r>
            <a:endParaRPr/>
          </a:p>
          <a:p>
            <a:pPr lvl="4">
              <a:defRPr/>
            </a:pPr>
            <a:r>
              <a:rPr lang="it-IT"/>
              <a:t>Quinto livello</a:t>
            </a:r>
            <a:endParaRPr lang="it-IT"/>
          </a:p>
        </p:txBody>
      </p:sp>
      <p:sp>
        <p:nvSpPr>
          <p:cNvPr id="9266891" name="Segnaposto data 4"/>
          <p:cNvSpPr>
            <a:spLocks noGrp="1"/>
          </p:cNvSpPr>
          <p:nvPr>
            <p:ph type="dt" sz="half" idx="10"/>
          </p:nvPr>
        </p:nvSpPr>
        <p:spPr bwMode="auto"/>
        <p:txBody>
          <a:bodyPr/>
          <a:lstStyle/>
          <a:p>
            <a:pPr>
              <a:defRPr/>
            </a:pPr>
            <a:fld id="{BCC18F51-09EC-435C-A3BA-64A766E099C0}" type="datetimeFigureOut">
              <a:rPr lang="it-IT"/>
              <a:t>30.10.2013</a:t>
            </a:fld>
            <a:endParaRPr lang="it-IT"/>
          </a:p>
        </p:txBody>
      </p:sp>
      <p:sp>
        <p:nvSpPr>
          <p:cNvPr id="755493128" name="Segnaposto piè di pagina 5"/>
          <p:cNvSpPr>
            <a:spLocks noGrp="1"/>
          </p:cNvSpPr>
          <p:nvPr>
            <p:ph type="ftr" sz="quarter" idx="11"/>
          </p:nvPr>
        </p:nvSpPr>
        <p:spPr bwMode="auto"/>
        <p:txBody>
          <a:bodyPr/>
          <a:lstStyle/>
          <a:p>
            <a:pPr>
              <a:defRPr/>
            </a:pPr>
            <a:endParaRPr lang="it-IT"/>
          </a:p>
        </p:txBody>
      </p:sp>
      <p:sp>
        <p:nvSpPr>
          <p:cNvPr id="726241221" name="Segnaposto numero diapositiva 6"/>
          <p:cNvSpPr>
            <a:spLocks noGrp="1"/>
          </p:cNvSpPr>
          <p:nvPr>
            <p:ph type="sldNum" sz="quarter" idx="12"/>
          </p:nvPr>
        </p:nvSpPr>
        <p:spPr bwMode="auto"/>
        <p:txBody>
          <a:bodyPr/>
          <a:lstStyle/>
          <a:p>
            <a:pPr>
              <a:defRPr/>
            </a:pPr>
            <a:fld id="{08395586-F03A-48D1-94DF-16B239DF4FB5}" type="slidenum">
              <a:rPr lang="it-IT"/>
              <a:t>‹#›</a:t>
            </a:fld>
            <a:endParaRPr lang="it-IT"/>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woTxTwoObj" userDrawn="1">
  <p:cSld name="Confronto">
    <p:spTree>
      <p:nvGrpSpPr>
        <p:cNvPr id="1" name=""/>
        <p:cNvGrpSpPr/>
        <p:nvPr/>
      </p:nvGrpSpPr>
      <p:grpSpPr bwMode="auto">
        <a:xfrm>
          <a:off x="0" y="0"/>
          <a:ext cx="0" cy="0"/>
          <a:chOff x="0" y="0"/>
          <a:chExt cx="0" cy="0"/>
        </a:xfrm>
      </p:grpSpPr>
      <p:sp>
        <p:nvSpPr>
          <p:cNvPr id="1615018753" name="Titolo 1"/>
          <p:cNvSpPr>
            <a:spLocks noGrp="1"/>
          </p:cNvSpPr>
          <p:nvPr>
            <p:ph type="title"/>
          </p:nvPr>
        </p:nvSpPr>
        <p:spPr bwMode="auto">
          <a:xfrm>
            <a:off x="839788" y="365125"/>
            <a:ext cx="10515600" cy="1325563"/>
          </a:xfrm>
        </p:spPr>
        <p:txBody>
          <a:bodyPr/>
          <a:lstStyle/>
          <a:p>
            <a:pPr>
              <a:defRPr/>
            </a:pPr>
            <a:r>
              <a:rPr lang="it-IT"/>
              <a:t>Fare clic per modificare lo stile del titolo</a:t>
            </a:r>
            <a:endParaRPr lang="it-IT"/>
          </a:p>
        </p:txBody>
      </p:sp>
      <p:sp>
        <p:nvSpPr>
          <p:cNvPr id="494565321" name="Segnaposto testo 2"/>
          <p:cNvSpPr>
            <a:spLocks noGrp="1"/>
          </p:cNvSpPr>
          <p:nvPr>
            <p:ph type="body" idx="1"/>
          </p:nvPr>
        </p:nvSpPr>
        <p:spPr bwMode="auto">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it-IT"/>
              <a:t>Fare clic per modificare stili del testo dello schema</a:t>
            </a:r>
            <a:endParaRPr/>
          </a:p>
        </p:txBody>
      </p:sp>
      <p:sp>
        <p:nvSpPr>
          <p:cNvPr id="1935203864" name="Segnaposto contenuto 3"/>
          <p:cNvSpPr>
            <a:spLocks noGrp="1"/>
          </p:cNvSpPr>
          <p:nvPr>
            <p:ph sz="half" idx="2"/>
          </p:nvPr>
        </p:nvSpPr>
        <p:spPr bwMode="auto">
          <a:xfrm>
            <a:off x="839788" y="2505074"/>
            <a:ext cx="5157787" cy="3684588"/>
          </a:xfrm>
        </p:spPr>
        <p:txBody>
          <a:bodyPr/>
          <a:lstStyle/>
          <a:p>
            <a:pPr lvl="0">
              <a:defRPr/>
            </a:pPr>
            <a:r>
              <a:rPr lang="it-IT"/>
              <a:t>Fare clic per modificare stili del testo dello schema</a:t>
            </a:r>
            <a:endParaRPr/>
          </a:p>
          <a:p>
            <a:pPr lvl="1">
              <a:defRPr/>
            </a:pPr>
            <a:r>
              <a:rPr lang="it-IT"/>
              <a:t>Secondo livello</a:t>
            </a:r>
            <a:endParaRPr/>
          </a:p>
          <a:p>
            <a:pPr lvl="2">
              <a:defRPr/>
            </a:pPr>
            <a:r>
              <a:rPr lang="it-IT"/>
              <a:t>Terzo livello</a:t>
            </a:r>
            <a:endParaRPr/>
          </a:p>
          <a:p>
            <a:pPr lvl="3">
              <a:defRPr/>
            </a:pPr>
            <a:r>
              <a:rPr lang="it-IT"/>
              <a:t>Quarto livello</a:t>
            </a:r>
            <a:endParaRPr/>
          </a:p>
          <a:p>
            <a:pPr lvl="4">
              <a:defRPr/>
            </a:pPr>
            <a:r>
              <a:rPr lang="it-IT"/>
              <a:t>Quinto livello</a:t>
            </a:r>
            <a:endParaRPr lang="it-IT"/>
          </a:p>
        </p:txBody>
      </p:sp>
      <p:sp>
        <p:nvSpPr>
          <p:cNvPr id="1385413656" name="Segnaposto testo 4"/>
          <p:cNvSpPr>
            <a:spLocks noGrp="1"/>
          </p:cNvSpPr>
          <p:nvPr>
            <p:ph type="body" sz="quarter" idx="3"/>
          </p:nvPr>
        </p:nvSpPr>
        <p:spPr bwMode="auto">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it-IT"/>
              <a:t>Fare clic per modificare stili del testo dello schema</a:t>
            </a:r>
            <a:endParaRPr/>
          </a:p>
        </p:txBody>
      </p:sp>
      <p:sp>
        <p:nvSpPr>
          <p:cNvPr id="1759858726" name="Segnaposto contenuto 5"/>
          <p:cNvSpPr>
            <a:spLocks noGrp="1"/>
          </p:cNvSpPr>
          <p:nvPr>
            <p:ph sz="quarter" idx="4"/>
          </p:nvPr>
        </p:nvSpPr>
        <p:spPr bwMode="auto">
          <a:xfrm>
            <a:off x="6172200" y="2505074"/>
            <a:ext cx="5183188" cy="3684588"/>
          </a:xfrm>
        </p:spPr>
        <p:txBody>
          <a:bodyPr/>
          <a:lstStyle/>
          <a:p>
            <a:pPr lvl="0">
              <a:defRPr/>
            </a:pPr>
            <a:r>
              <a:rPr lang="it-IT"/>
              <a:t>Fare clic per modificare stili del testo dello schema</a:t>
            </a:r>
            <a:endParaRPr/>
          </a:p>
          <a:p>
            <a:pPr lvl="1">
              <a:defRPr/>
            </a:pPr>
            <a:r>
              <a:rPr lang="it-IT"/>
              <a:t>Secondo livello</a:t>
            </a:r>
            <a:endParaRPr/>
          </a:p>
          <a:p>
            <a:pPr lvl="2">
              <a:defRPr/>
            </a:pPr>
            <a:r>
              <a:rPr lang="it-IT"/>
              <a:t>Terzo livello</a:t>
            </a:r>
            <a:endParaRPr/>
          </a:p>
          <a:p>
            <a:pPr lvl="3">
              <a:defRPr/>
            </a:pPr>
            <a:r>
              <a:rPr lang="it-IT"/>
              <a:t>Quarto livello</a:t>
            </a:r>
            <a:endParaRPr/>
          </a:p>
          <a:p>
            <a:pPr lvl="4">
              <a:defRPr/>
            </a:pPr>
            <a:r>
              <a:rPr lang="it-IT"/>
              <a:t>Quinto livello</a:t>
            </a:r>
            <a:endParaRPr lang="it-IT"/>
          </a:p>
        </p:txBody>
      </p:sp>
      <p:sp>
        <p:nvSpPr>
          <p:cNvPr id="505370006" name="Segnaposto data 6"/>
          <p:cNvSpPr>
            <a:spLocks noGrp="1"/>
          </p:cNvSpPr>
          <p:nvPr>
            <p:ph type="dt" sz="half" idx="10"/>
          </p:nvPr>
        </p:nvSpPr>
        <p:spPr bwMode="auto"/>
        <p:txBody>
          <a:bodyPr/>
          <a:lstStyle/>
          <a:p>
            <a:pPr>
              <a:defRPr/>
            </a:pPr>
            <a:fld id="{BCC18F51-09EC-435C-A3BA-64A766E099C0}" type="datetimeFigureOut">
              <a:rPr lang="it-IT"/>
              <a:t>30.10.2013</a:t>
            </a:fld>
            <a:endParaRPr lang="it-IT"/>
          </a:p>
        </p:txBody>
      </p:sp>
      <p:sp>
        <p:nvSpPr>
          <p:cNvPr id="1500664366" name="Segnaposto piè di pagina 7"/>
          <p:cNvSpPr>
            <a:spLocks noGrp="1"/>
          </p:cNvSpPr>
          <p:nvPr>
            <p:ph type="ftr" sz="quarter" idx="11"/>
          </p:nvPr>
        </p:nvSpPr>
        <p:spPr bwMode="auto"/>
        <p:txBody>
          <a:bodyPr/>
          <a:lstStyle/>
          <a:p>
            <a:pPr>
              <a:defRPr/>
            </a:pPr>
            <a:endParaRPr lang="it-IT"/>
          </a:p>
        </p:txBody>
      </p:sp>
      <p:sp>
        <p:nvSpPr>
          <p:cNvPr id="1731401636" name="Segnaposto numero diapositiva 8"/>
          <p:cNvSpPr>
            <a:spLocks noGrp="1"/>
          </p:cNvSpPr>
          <p:nvPr>
            <p:ph type="sldNum" sz="quarter" idx="12"/>
          </p:nvPr>
        </p:nvSpPr>
        <p:spPr bwMode="auto"/>
        <p:txBody>
          <a:bodyPr/>
          <a:lstStyle/>
          <a:p>
            <a:pPr>
              <a:defRPr/>
            </a:pPr>
            <a:fld id="{08395586-F03A-48D1-94DF-16B239DF4FB5}" type="slidenum">
              <a:rPr lang="it-IT"/>
              <a:t>‹#›</a:t>
            </a:fld>
            <a:endParaRPr lang="it-IT"/>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Only" userDrawn="1">
  <p:cSld name="Solo titolo">
    <p:spTree>
      <p:nvGrpSpPr>
        <p:cNvPr id="1" name=""/>
        <p:cNvGrpSpPr/>
        <p:nvPr/>
      </p:nvGrpSpPr>
      <p:grpSpPr bwMode="auto">
        <a:xfrm>
          <a:off x="0" y="0"/>
          <a:ext cx="0" cy="0"/>
          <a:chOff x="0" y="0"/>
          <a:chExt cx="0" cy="0"/>
        </a:xfrm>
      </p:grpSpPr>
      <p:sp>
        <p:nvSpPr>
          <p:cNvPr id="463533174" name="Title 1"/>
          <p:cNvSpPr>
            <a:spLocks noGrp="1"/>
          </p:cNvSpPr>
          <p:nvPr>
            <p:ph type="title"/>
          </p:nvPr>
        </p:nvSpPr>
        <p:spPr bwMode="auto"/>
        <p:txBody>
          <a:bodyPr/>
          <a:lstStyle/>
          <a:p>
            <a:pPr>
              <a:defRPr/>
            </a:pPr>
            <a:r>
              <a:rPr lang="it-IT"/>
              <a:t>Fare clic per modificare lo stile del titolo</a:t>
            </a:r>
            <a:endParaRPr lang="it-IT"/>
          </a:p>
        </p:txBody>
      </p:sp>
      <p:sp>
        <p:nvSpPr>
          <p:cNvPr id="1633034603" name="Segnaposto data 2"/>
          <p:cNvSpPr>
            <a:spLocks noGrp="1"/>
          </p:cNvSpPr>
          <p:nvPr>
            <p:ph type="dt" sz="half" idx="10"/>
          </p:nvPr>
        </p:nvSpPr>
        <p:spPr bwMode="auto"/>
        <p:txBody>
          <a:bodyPr/>
          <a:lstStyle/>
          <a:p>
            <a:pPr>
              <a:defRPr/>
            </a:pPr>
            <a:fld id="{BCC18F51-09EC-435C-A3BA-64A766E099C0}" type="datetimeFigureOut">
              <a:rPr lang="it-IT"/>
              <a:t>30.10.2013</a:t>
            </a:fld>
            <a:endParaRPr lang="it-IT"/>
          </a:p>
        </p:txBody>
      </p:sp>
      <p:sp>
        <p:nvSpPr>
          <p:cNvPr id="870520527" name="Segnaposto piè di pagina 3"/>
          <p:cNvSpPr>
            <a:spLocks noGrp="1"/>
          </p:cNvSpPr>
          <p:nvPr>
            <p:ph type="ftr" sz="quarter" idx="11"/>
          </p:nvPr>
        </p:nvSpPr>
        <p:spPr bwMode="auto"/>
        <p:txBody>
          <a:bodyPr/>
          <a:lstStyle/>
          <a:p>
            <a:pPr>
              <a:defRPr/>
            </a:pPr>
            <a:endParaRPr lang="it-IT"/>
          </a:p>
        </p:txBody>
      </p:sp>
      <p:sp>
        <p:nvSpPr>
          <p:cNvPr id="884127308" name="Segnaposto numero diapositiva 4"/>
          <p:cNvSpPr>
            <a:spLocks noGrp="1"/>
          </p:cNvSpPr>
          <p:nvPr>
            <p:ph type="sldNum" sz="quarter" idx="12"/>
          </p:nvPr>
        </p:nvSpPr>
        <p:spPr bwMode="auto"/>
        <p:txBody>
          <a:bodyPr/>
          <a:lstStyle/>
          <a:p>
            <a:pPr>
              <a:defRPr/>
            </a:pPr>
            <a:fld id="{08395586-F03A-48D1-94DF-16B239DF4FB5}" type="slidenum">
              <a:rPr lang="it-IT"/>
              <a:t>‹#›</a:t>
            </a:fld>
            <a:endParaRPr lang="it-IT"/>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blank" userDrawn="1">
  <p:cSld name="Vuota">
    <p:spTree>
      <p:nvGrpSpPr>
        <p:cNvPr id="1" name=""/>
        <p:cNvGrpSpPr/>
        <p:nvPr/>
      </p:nvGrpSpPr>
      <p:grpSpPr bwMode="auto">
        <a:xfrm>
          <a:off x="0" y="0"/>
          <a:ext cx="0" cy="0"/>
          <a:chOff x="0" y="0"/>
          <a:chExt cx="0" cy="0"/>
        </a:xfrm>
      </p:grpSpPr>
      <p:sp>
        <p:nvSpPr>
          <p:cNvPr id="32032371" name="Segnaposto data 1"/>
          <p:cNvSpPr>
            <a:spLocks noGrp="1"/>
          </p:cNvSpPr>
          <p:nvPr>
            <p:ph type="dt" sz="half" idx="10"/>
          </p:nvPr>
        </p:nvSpPr>
        <p:spPr bwMode="auto"/>
        <p:txBody>
          <a:bodyPr/>
          <a:lstStyle/>
          <a:p>
            <a:pPr>
              <a:defRPr/>
            </a:pPr>
            <a:fld id="{BCC18F51-09EC-435C-A3BA-64A766E099C0}" type="datetimeFigureOut">
              <a:rPr lang="it-IT"/>
              <a:t>30.10.2013</a:t>
            </a:fld>
            <a:endParaRPr lang="it-IT"/>
          </a:p>
        </p:txBody>
      </p:sp>
      <p:sp>
        <p:nvSpPr>
          <p:cNvPr id="1322286750" name="Segnaposto piè di pagina 2"/>
          <p:cNvSpPr>
            <a:spLocks noGrp="1"/>
          </p:cNvSpPr>
          <p:nvPr>
            <p:ph type="ftr" sz="quarter" idx="11"/>
          </p:nvPr>
        </p:nvSpPr>
        <p:spPr bwMode="auto"/>
        <p:txBody>
          <a:bodyPr/>
          <a:lstStyle/>
          <a:p>
            <a:pPr>
              <a:defRPr/>
            </a:pPr>
            <a:endParaRPr lang="it-IT"/>
          </a:p>
        </p:txBody>
      </p:sp>
      <p:sp>
        <p:nvSpPr>
          <p:cNvPr id="1536536129" name="Segnaposto numero diapositiva 3"/>
          <p:cNvSpPr>
            <a:spLocks noGrp="1"/>
          </p:cNvSpPr>
          <p:nvPr>
            <p:ph type="sldNum" sz="quarter" idx="12"/>
          </p:nvPr>
        </p:nvSpPr>
        <p:spPr bwMode="auto"/>
        <p:txBody>
          <a:bodyPr/>
          <a:lstStyle/>
          <a:p>
            <a:pPr>
              <a:defRPr/>
            </a:pPr>
            <a:fld id="{08395586-F03A-48D1-94DF-16B239DF4FB5}" type="slidenum">
              <a:rPr lang="it-IT"/>
              <a:t>‹#›</a:t>
            </a:fld>
            <a:endParaRPr lang="it-IT"/>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Tx" userDrawn="1">
  <p:cSld name="Contenuto con didascalia">
    <p:spTree>
      <p:nvGrpSpPr>
        <p:cNvPr id="1" name=""/>
        <p:cNvGrpSpPr/>
        <p:nvPr/>
      </p:nvGrpSpPr>
      <p:grpSpPr bwMode="auto">
        <a:xfrm>
          <a:off x="0" y="0"/>
          <a:ext cx="0" cy="0"/>
          <a:chOff x="0" y="0"/>
          <a:chExt cx="0" cy="0"/>
        </a:xfrm>
      </p:grpSpPr>
      <p:sp>
        <p:nvSpPr>
          <p:cNvPr id="483527750" name="Titolo 1"/>
          <p:cNvSpPr>
            <a:spLocks noGrp="1"/>
          </p:cNvSpPr>
          <p:nvPr>
            <p:ph type="title"/>
          </p:nvPr>
        </p:nvSpPr>
        <p:spPr bwMode="auto">
          <a:xfrm>
            <a:off x="839788" y="457200"/>
            <a:ext cx="3932237" cy="1600200"/>
          </a:xfrm>
        </p:spPr>
        <p:txBody>
          <a:bodyPr anchor="b"/>
          <a:lstStyle>
            <a:lvl1pPr>
              <a:defRPr sz="3200"/>
            </a:lvl1pPr>
          </a:lstStyle>
          <a:p>
            <a:pPr>
              <a:defRPr/>
            </a:pPr>
            <a:r>
              <a:rPr lang="it-IT"/>
              <a:t>Fare clic per modificare lo stile del titolo</a:t>
            </a:r>
            <a:endParaRPr lang="it-IT"/>
          </a:p>
        </p:txBody>
      </p:sp>
      <p:sp>
        <p:nvSpPr>
          <p:cNvPr id="172185880" name="Segnaposto contenuto 2"/>
          <p:cNvSpPr>
            <a:spLocks noGrp="1"/>
          </p:cNvSpPr>
          <p:nvPr>
            <p:ph idx="1"/>
          </p:nvPr>
        </p:nvSpPr>
        <p:spPr bwMode="auto">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defRPr/>
            </a:pPr>
            <a:r>
              <a:rPr lang="it-IT"/>
              <a:t>Fare clic per modificare stili del testo dello schema</a:t>
            </a:r>
            <a:endParaRPr/>
          </a:p>
          <a:p>
            <a:pPr lvl="1">
              <a:defRPr/>
            </a:pPr>
            <a:r>
              <a:rPr lang="it-IT"/>
              <a:t>Secondo livello</a:t>
            </a:r>
            <a:endParaRPr/>
          </a:p>
          <a:p>
            <a:pPr lvl="2">
              <a:defRPr/>
            </a:pPr>
            <a:r>
              <a:rPr lang="it-IT"/>
              <a:t>Terzo livello</a:t>
            </a:r>
            <a:endParaRPr/>
          </a:p>
          <a:p>
            <a:pPr lvl="3">
              <a:defRPr/>
            </a:pPr>
            <a:r>
              <a:rPr lang="it-IT"/>
              <a:t>Quarto livello</a:t>
            </a:r>
            <a:endParaRPr/>
          </a:p>
          <a:p>
            <a:pPr lvl="4">
              <a:defRPr/>
            </a:pPr>
            <a:r>
              <a:rPr lang="it-IT"/>
              <a:t>Quinto livello</a:t>
            </a:r>
            <a:endParaRPr lang="it-IT"/>
          </a:p>
        </p:txBody>
      </p:sp>
      <p:sp>
        <p:nvSpPr>
          <p:cNvPr id="1853934666" name="Segnaposto testo 3"/>
          <p:cNvSpPr>
            <a:spLocks noGrp="1"/>
          </p:cNvSpPr>
          <p:nvPr>
            <p:ph type="body" sz="half" idx="2"/>
          </p:nvPr>
        </p:nvSpPr>
        <p:spPr bwMode="auto">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defRPr/>
            </a:pPr>
            <a:r>
              <a:rPr lang="it-IT"/>
              <a:t>Fare clic per modificare stili del testo dello schema</a:t>
            </a:r>
            <a:endParaRPr/>
          </a:p>
        </p:txBody>
      </p:sp>
      <p:sp>
        <p:nvSpPr>
          <p:cNvPr id="1084080569" name="Segnaposto data 4"/>
          <p:cNvSpPr>
            <a:spLocks noGrp="1"/>
          </p:cNvSpPr>
          <p:nvPr>
            <p:ph type="dt" sz="half" idx="10"/>
          </p:nvPr>
        </p:nvSpPr>
        <p:spPr bwMode="auto"/>
        <p:txBody>
          <a:bodyPr/>
          <a:lstStyle/>
          <a:p>
            <a:pPr>
              <a:defRPr/>
            </a:pPr>
            <a:fld id="{BCC18F51-09EC-435C-A3BA-64A766E099C0}" type="datetimeFigureOut">
              <a:rPr lang="it-IT"/>
              <a:t>30.10.2013</a:t>
            </a:fld>
            <a:endParaRPr lang="it-IT"/>
          </a:p>
        </p:txBody>
      </p:sp>
      <p:sp>
        <p:nvSpPr>
          <p:cNvPr id="1489050147" name="Segnaposto piè di pagina 5"/>
          <p:cNvSpPr>
            <a:spLocks noGrp="1"/>
          </p:cNvSpPr>
          <p:nvPr>
            <p:ph type="ftr" sz="quarter" idx="11"/>
          </p:nvPr>
        </p:nvSpPr>
        <p:spPr bwMode="auto"/>
        <p:txBody>
          <a:bodyPr/>
          <a:lstStyle/>
          <a:p>
            <a:pPr>
              <a:defRPr/>
            </a:pPr>
            <a:endParaRPr lang="it-IT"/>
          </a:p>
        </p:txBody>
      </p:sp>
      <p:sp>
        <p:nvSpPr>
          <p:cNvPr id="1113077645" name="Segnaposto numero diapositiva 6"/>
          <p:cNvSpPr>
            <a:spLocks noGrp="1"/>
          </p:cNvSpPr>
          <p:nvPr>
            <p:ph type="sldNum" sz="quarter" idx="12"/>
          </p:nvPr>
        </p:nvSpPr>
        <p:spPr bwMode="auto"/>
        <p:txBody>
          <a:bodyPr/>
          <a:lstStyle/>
          <a:p>
            <a:pPr>
              <a:defRPr/>
            </a:pPr>
            <a:fld id="{08395586-F03A-48D1-94DF-16B239DF4FB5}" type="slidenum">
              <a:rPr lang="it-IT"/>
              <a:t>‹#›</a:t>
            </a:fld>
            <a:endParaRPr lang="it-IT"/>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picTx" userDrawn="1">
  <p:cSld name="Immagine con didascalia">
    <p:spTree>
      <p:nvGrpSpPr>
        <p:cNvPr id="1" name=""/>
        <p:cNvGrpSpPr/>
        <p:nvPr/>
      </p:nvGrpSpPr>
      <p:grpSpPr bwMode="auto">
        <a:xfrm>
          <a:off x="0" y="0"/>
          <a:ext cx="0" cy="0"/>
          <a:chOff x="0" y="0"/>
          <a:chExt cx="0" cy="0"/>
        </a:xfrm>
      </p:grpSpPr>
      <p:sp>
        <p:nvSpPr>
          <p:cNvPr id="2001389089" name="Titolo 1"/>
          <p:cNvSpPr>
            <a:spLocks noGrp="1"/>
          </p:cNvSpPr>
          <p:nvPr>
            <p:ph type="title"/>
          </p:nvPr>
        </p:nvSpPr>
        <p:spPr bwMode="auto">
          <a:xfrm>
            <a:off x="839788" y="457200"/>
            <a:ext cx="3932237" cy="1600200"/>
          </a:xfrm>
        </p:spPr>
        <p:txBody>
          <a:bodyPr anchor="b"/>
          <a:lstStyle>
            <a:lvl1pPr>
              <a:defRPr sz="3200"/>
            </a:lvl1pPr>
          </a:lstStyle>
          <a:p>
            <a:pPr>
              <a:defRPr/>
            </a:pPr>
            <a:r>
              <a:rPr lang="it-IT"/>
              <a:t>Fare clic per modificare lo stile del titolo</a:t>
            </a:r>
            <a:endParaRPr lang="it-IT"/>
          </a:p>
        </p:txBody>
      </p:sp>
      <p:sp>
        <p:nvSpPr>
          <p:cNvPr id="1914859071" name="Segnaposto immagine 2"/>
          <p:cNvSpPr>
            <a:spLocks noChangeAspect="1" noGrp="1"/>
          </p:cNvSpPr>
          <p:nvPr>
            <p:ph type="pic" idx="1"/>
          </p:nvPr>
        </p:nvSpPr>
        <p:spPr bwMode="auto">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a:defRPr/>
            </a:pPr>
            <a:r>
              <a:rPr lang="it-IT"/>
              <a:t>Fare clic sull'icona per aggiungere un'immagine</a:t>
            </a:r>
            <a:endParaRPr lang="it-IT"/>
          </a:p>
        </p:txBody>
      </p:sp>
      <p:sp>
        <p:nvSpPr>
          <p:cNvPr id="301624316" name="Segnaposto testo 3"/>
          <p:cNvSpPr>
            <a:spLocks noGrp="1"/>
          </p:cNvSpPr>
          <p:nvPr>
            <p:ph type="body" sz="half" idx="2"/>
          </p:nvPr>
        </p:nvSpPr>
        <p:spPr bwMode="auto">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defRPr/>
            </a:pPr>
            <a:r>
              <a:rPr lang="it-IT"/>
              <a:t>Fare clic per modificare stili del testo dello schema</a:t>
            </a:r>
            <a:endParaRPr/>
          </a:p>
        </p:txBody>
      </p:sp>
      <p:sp>
        <p:nvSpPr>
          <p:cNvPr id="1835887994" name="Segnaposto data 4"/>
          <p:cNvSpPr>
            <a:spLocks noGrp="1"/>
          </p:cNvSpPr>
          <p:nvPr>
            <p:ph type="dt" sz="half" idx="10"/>
          </p:nvPr>
        </p:nvSpPr>
        <p:spPr bwMode="auto"/>
        <p:txBody>
          <a:bodyPr/>
          <a:lstStyle/>
          <a:p>
            <a:pPr>
              <a:defRPr/>
            </a:pPr>
            <a:fld id="{BCC18F51-09EC-435C-A3BA-64A766E099C0}" type="datetimeFigureOut">
              <a:rPr lang="it-IT"/>
              <a:t>30.10.2013</a:t>
            </a:fld>
            <a:endParaRPr lang="it-IT"/>
          </a:p>
        </p:txBody>
      </p:sp>
      <p:sp>
        <p:nvSpPr>
          <p:cNvPr id="786770737" name="Segnaposto piè di pagina 5"/>
          <p:cNvSpPr>
            <a:spLocks noGrp="1"/>
          </p:cNvSpPr>
          <p:nvPr>
            <p:ph type="ftr" sz="quarter" idx="11"/>
          </p:nvPr>
        </p:nvSpPr>
        <p:spPr bwMode="auto"/>
        <p:txBody>
          <a:bodyPr/>
          <a:lstStyle/>
          <a:p>
            <a:pPr>
              <a:defRPr/>
            </a:pPr>
            <a:endParaRPr lang="it-IT"/>
          </a:p>
        </p:txBody>
      </p:sp>
      <p:sp>
        <p:nvSpPr>
          <p:cNvPr id="405536532" name="Segnaposto numero diapositiva 6"/>
          <p:cNvSpPr>
            <a:spLocks noGrp="1"/>
          </p:cNvSpPr>
          <p:nvPr>
            <p:ph type="sldNum" sz="quarter" idx="12"/>
          </p:nvPr>
        </p:nvSpPr>
        <p:spPr bwMode="auto"/>
        <p:txBody>
          <a:bodyPr/>
          <a:lstStyle/>
          <a:p>
            <a:pPr>
              <a:defRPr/>
            </a:pPr>
            <a:fld id="{08395586-F03A-48D1-94DF-16B239DF4FB5}" type="slidenum">
              <a:rPr lang="it-IT"/>
              <a:t>‹#›</a:t>
            </a:fld>
            <a:endParaRPr lang="it-IT"/>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vertTx" userDrawn="1">
  <p:cSld name="Titolo e testo verticale">
    <p:spTree>
      <p:nvGrpSpPr>
        <p:cNvPr id="1" name=""/>
        <p:cNvGrpSpPr/>
        <p:nvPr/>
      </p:nvGrpSpPr>
      <p:grpSpPr bwMode="auto">
        <a:xfrm>
          <a:off x="0" y="0"/>
          <a:ext cx="0" cy="0"/>
          <a:chOff x="0" y="0"/>
          <a:chExt cx="0" cy="0"/>
        </a:xfrm>
      </p:grpSpPr>
      <p:sp>
        <p:nvSpPr>
          <p:cNvPr id="900697127" name="Titolo 1"/>
          <p:cNvSpPr>
            <a:spLocks noGrp="1"/>
          </p:cNvSpPr>
          <p:nvPr>
            <p:ph type="title"/>
          </p:nvPr>
        </p:nvSpPr>
        <p:spPr bwMode="auto"/>
        <p:txBody>
          <a:bodyPr/>
          <a:lstStyle/>
          <a:p>
            <a:pPr>
              <a:defRPr/>
            </a:pPr>
            <a:r>
              <a:rPr lang="it-IT"/>
              <a:t>Fare clic per modificare lo stile del titolo</a:t>
            </a:r>
            <a:endParaRPr lang="it-IT"/>
          </a:p>
        </p:txBody>
      </p:sp>
      <p:sp>
        <p:nvSpPr>
          <p:cNvPr id="443758868" name="Segnaposto testo verticale 2"/>
          <p:cNvSpPr>
            <a:spLocks noGrp="1"/>
          </p:cNvSpPr>
          <p:nvPr>
            <p:ph type="body" orient="vert" idx="1"/>
          </p:nvPr>
        </p:nvSpPr>
        <p:spPr bwMode="auto"/>
        <p:txBody>
          <a:bodyPr vert="eaVert"/>
          <a:lstStyle/>
          <a:p>
            <a:pPr lvl="0">
              <a:defRPr/>
            </a:pPr>
            <a:r>
              <a:rPr lang="it-IT"/>
              <a:t>Fare clic per modificare stili del testo dello schema</a:t>
            </a:r>
            <a:endParaRPr/>
          </a:p>
          <a:p>
            <a:pPr lvl="1">
              <a:defRPr/>
            </a:pPr>
            <a:r>
              <a:rPr lang="it-IT"/>
              <a:t>Secondo livello</a:t>
            </a:r>
            <a:endParaRPr/>
          </a:p>
          <a:p>
            <a:pPr lvl="2">
              <a:defRPr/>
            </a:pPr>
            <a:r>
              <a:rPr lang="it-IT"/>
              <a:t>Terzo livello</a:t>
            </a:r>
            <a:endParaRPr/>
          </a:p>
          <a:p>
            <a:pPr lvl="3">
              <a:defRPr/>
            </a:pPr>
            <a:r>
              <a:rPr lang="it-IT"/>
              <a:t>Quarto livello</a:t>
            </a:r>
            <a:endParaRPr/>
          </a:p>
          <a:p>
            <a:pPr lvl="4">
              <a:defRPr/>
            </a:pPr>
            <a:r>
              <a:rPr lang="it-IT"/>
              <a:t>Quinto livello</a:t>
            </a:r>
            <a:endParaRPr lang="it-IT"/>
          </a:p>
        </p:txBody>
      </p:sp>
      <p:sp>
        <p:nvSpPr>
          <p:cNvPr id="1683614895" name="Segnaposto data 3"/>
          <p:cNvSpPr>
            <a:spLocks noGrp="1"/>
          </p:cNvSpPr>
          <p:nvPr>
            <p:ph type="dt" sz="half" idx="10"/>
          </p:nvPr>
        </p:nvSpPr>
        <p:spPr bwMode="auto"/>
        <p:txBody>
          <a:bodyPr/>
          <a:lstStyle/>
          <a:p>
            <a:pPr>
              <a:defRPr/>
            </a:pPr>
            <a:fld id="{BCC18F51-09EC-435C-A3BA-64A766E099C0}" type="datetimeFigureOut">
              <a:rPr lang="it-IT"/>
              <a:t>30.10.2013</a:t>
            </a:fld>
            <a:endParaRPr lang="it-IT"/>
          </a:p>
        </p:txBody>
      </p:sp>
      <p:sp>
        <p:nvSpPr>
          <p:cNvPr id="1977314640" name="Segnaposto piè di pagina 4"/>
          <p:cNvSpPr>
            <a:spLocks noGrp="1"/>
          </p:cNvSpPr>
          <p:nvPr>
            <p:ph type="ftr" sz="quarter" idx="11"/>
          </p:nvPr>
        </p:nvSpPr>
        <p:spPr bwMode="auto"/>
        <p:txBody>
          <a:bodyPr/>
          <a:lstStyle/>
          <a:p>
            <a:pPr>
              <a:defRPr/>
            </a:pPr>
            <a:endParaRPr lang="it-IT"/>
          </a:p>
        </p:txBody>
      </p:sp>
      <p:sp>
        <p:nvSpPr>
          <p:cNvPr id="359839595" name="Segnaposto numero diapositiva 5"/>
          <p:cNvSpPr>
            <a:spLocks noGrp="1"/>
          </p:cNvSpPr>
          <p:nvPr>
            <p:ph type="sldNum" sz="quarter" idx="12"/>
          </p:nvPr>
        </p:nvSpPr>
        <p:spPr bwMode="auto"/>
        <p:txBody>
          <a:bodyPr/>
          <a:lstStyle/>
          <a:p>
            <a:pPr>
              <a:defRPr/>
            </a:pPr>
            <a:fld id="{08395586-F03A-48D1-94DF-16B239DF4FB5}" type="slidenum">
              <a:rPr lang="it-IT"/>
              <a:t>‹#›</a:t>
            </a:fld>
            <a:endParaRPr lang="it-IT"/>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vertTitleAndTx" userDrawn="1">
  <p:cSld name="Titolo e testo verticale">
    <p:spTree>
      <p:nvGrpSpPr>
        <p:cNvPr id="1" name=""/>
        <p:cNvGrpSpPr/>
        <p:nvPr/>
      </p:nvGrpSpPr>
      <p:grpSpPr bwMode="auto">
        <a:xfrm>
          <a:off x="0" y="0"/>
          <a:ext cx="0" cy="0"/>
          <a:chOff x="0" y="0"/>
          <a:chExt cx="0" cy="0"/>
        </a:xfrm>
      </p:grpSpPr>
      <p:sp>
        <p:nvSpPr>
          <p:cNvPr id="1312615107" name="Titolo verticale 1"/>
          <p:cNvSpPr>
            <a:spLocks noGrp="1"/>
          </p:cNvSpPr>
          <p:nvPr>
            <p:ph type="title" orient="vert"/>
          </p:nvPr>
        </p:nvSpPr>
        <p:spPr bwMode="auto">
          <a:xfrm>
            <a:off x="8724900" y="365125"/>
            <a:ext cx="2628900" cy="5811838"/>
          </a:xfrm>
        </p:spPr>
        <p:txBody>
          <a:bodyPr vert="eaVert"/>
          <a:lstStyle/>
          <a:p>
            <a:pPr>
              <a:defRPr/>
            </a:pPr>
            <a:r>
              <a:rPr lang="it-IT"/>
              <a:t>Fare clic per modificare lo stile del titolo</a:t>
            </a:r>
            <a:endParaRPr lang="it-IT"/>
          </a:p>
        </p:txBody>
      </p:sp>
      <p:sp>
        <p:nvSpPr>
          <p:cNvPr id="129729671" name="Segnaposto testo verticale 2"/>
          <p:cNvSpPr>
            <a:spLocks noGrp="1"/>
          </p:cNvSpPr>
          <p:nvPr>
            <p:ph type="body" orient="vert" idx="1"/>
          </p:nvPr>
        </p:nvSpPr>
        <p:spPr bwMode="auto">
          <a:xfrm>
            <a:off x="838200" y="365125"/>
            <a:ext cx="7734300" cy="5811838"/>
          </a:xfrm>
        </p:spPr>
        <p:txBody>
          <a:bodyPr vert="eaVert"/>
          <a:lstStyle/>
          <a:p>
            <a:pPr lvl="0">
              <a:defRPr/>
            </a:pPr>
            <a:r>
              <a:rPr lang="it-IT"/>
              <a:t>Fare clic per modificare stili del testo dello schema</a:t>
            </a:r>
            <a:endParaRPr/>
          </a:p>
          <a:p>
            <a:pPr lvl="1">
              <a:defRPr/>
            </a:pPr>
            <a:r>
              <a:rPr lang="it-IT"/>
              <a:t>Secondo livello</a:t>
            </a:r>
            <a:endParaRPr/>
          </a:p>
          <a:p>
            <a:pPr lvl="2">
              <a:defRPr/>
            </a:pPr>
            <a:r>
              <a:rPr lang="it-IT"/>
              <a:t>Terzo livello</a:t>
            </a:r>
            <a:endParaRPr/>
          </a:p>
          <a:p>
            <a:pPr lvl="3">
              <a:defRPr/>
            </a:pPr>
            <a:r>
              <a:rPr lang="it-IT"/>
              <a:t>Quarto livello</a:t>
            </a:r>
            <a:endParaRPr/>
          </a:p>
          <a:p>
            <a:pPr lvl="4">
              <a:defRPr/>
            </a:pPr>
            <a:r>
              <a:rPr lang="it-IT"/>
              <a:t>Quinto livello</a:t>
            </a:r>
            <a:endParaRPr lang="it-IT"/>
          </a:p>
        </p:txBody>
      </p:sp>
      <p:sp>
        <p:nvSpPr>
          <p:cNvPr id="302568162" name="Segnaposto data 3"/>
          <p:cNvSpPr>
            <a:spLocks noGrp="1"/>
          </p:cNvSpPr>
          <p:nvPr>
            <p:ph type="dt" sz="half" idx="10"/>
          </p:nvPr>
        </p:nvSpPr>
        <p:spPr bwMode="auto"/>
        <p:txBody>
          <a:bodyPr/>
          <a:lstStyle/>
          <a:p>
            <a:pPr>
              <a:defRPr/>
            </a:pPr>
            <a:fld id="{BCC18F51-09EC-435C-A3BA-64A766E099C0}" type="datetimeFigureOut">
              <a:rPr lang="it-IT"/>
              <a:t>30.10.2013</a:t>
            </a:fld>
            <a:endParaRPr lang="it-IT"/>
          </a:p>
        </p:txBody>
      </p:sp>
      <p:sp>
        <p:nvSpPr>
          <p:cNvPr id="1596585206" name="Segnaposto piè di pagina 4"/>
          <p:cNvSpPr>
            <a:spLocks noGrp="1"/>
          </p:cNvSpPr>
          <p:nvPr>
            <p:ph type="ftr" sz="quarter" idx="11"/>
          </p:nvPr>
        </p:nvSpPr>
        <p:spPr bwMode="auto"/>
        <p:txBody>
          <a:bodyPr/>
          <a:lstStyle/>
          <a:p>
            <a:pPr>
              <a:defRPr/>
            </a:pPr>
            <a:endParaRPr lang="it-IT"/>
          </a:p>
        </p:txBody>
      </p:sp>
      <p:sp>
        <p:nvSpPr>
          <p:cNvPr id="1287598478" name="Segnaposto numero diapositiva 5"/>
          <p:cNvSpPr>
            <a:spLocks noGrp="1"/>
          </p:cNvSpPr>
          <p:nvPr>
            <p:ph type="sldNum" sz="quarter" idx="12"/>
          </p:nvPr>
        </p:nvSpPr>
        <p:spPr bwMode="auto"/>
        <p:txBody>
          <a:bodyPr/>
          <a:lstStyle/>
          <a:p>
            <a:pPr>
              <a:defRPr/>
            </a:pPr>
            <a:fld id="{08395586-F03A-48D1-94DF-16B239DF4FB5}" type="slidenum">
              <a:rPr lang="it-IT"/>
              <a:t>‹#›</a:t>
            </a:fld>
            <a:endParaRPr lang="it-IT"/>
          </a:p>
        </p:txBody>
      </p:sp>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bg>
      <p:bgPr shadeToTitle="0">
        <a:gradFill>
          <a:gsLst>
            <a:gs pos="0">
              <a:schemeClr val="accent1">
                <a:lumMod val="20000"/>
                <a:lumOff val="80000"/>
              </a:schemeClr>
            </a:gs>
            <a:gs pos="23000">
              <a:schemeClr val="bg1"/>
            </a:gs>
            <a:gs pos="88000">
              <a:schemeClr val="bg1"/>
            </a:gs>
            <a:gs pos="100000">
              <a:schemeClr val="accent4">
                <a:lumMod val="20000"/>
                <a:lumOff val="80000"/>
              </a:schemeClr>
            </a:gs>
          </a:gsLst>
          <a:lin ang="10800000" scaled="1"/>
        </a:gradFill>
      </p:bgPr>
    </p:bg>
    <p:spTree>
      <p:nvGrpSpPr>
        <p:cNvPr id="1" name=""/>
        <p:cNvGrpSpPr/>
        <p:nvPr/>
      </p:nvGrpSpPr>
      <p:grpSpPr bwMode="auto">
        <a:xfrm>
          <a:off x="0" y="0"/>
          <a:ext cx="0" cy="0"/>
          <a:chOff x="0" y="0"/>
          <a:chExt cx="0" cy="0"/>
        </a:xfrm>
      </p:grpSpPr>
      <p:sp>
        <p:nvSpPr>
          <p:cNvPr id="939344659" name="Segnaposto titolo 1"/>
          <p:cNvSpPr>
            <a:spLocks noGrp="1"/>
          </p:cNvSpPr>
          <p:nvPr>
            <p:ph type="title"/>
          </p:nvPr>
        </p:nvSpPr>
        <p:spPr bwMode="auto">
          <a:xfrm>
            <a:off x="838200" y="365125"/>
            <a:ext cx="10515600" cy="1325563"/>
          </a:xfrm>
          <a:prstGeom prst="rect">
            <a:avLst/>
          </a:prstGeom>
        </p:spPr>
        <p:txBody>
          <a:bodyPr vert="horz" lIns="91440" tIns="45720" rIns="91440" bIns="45720" rtlCol="0" anchor="ctr">
            <a:normAutofit/>
          </a:bodyPr>
          <a:lstStyle/>
          <a:p>
            <a:pPr>
              <a:defRPr/>
            </a:pPr>
            <a:r>
              <a:rPr lang="it-IT"/>
              <a:t>Fare clic per modificare lo stile del titolo</a:t>
            </a:r>
            <a:endParaRPr lang="it-IT"/>
          </a:p>
        </p:txBody>
      </p:sp>
      <p:sp>
        <p:nvSpPr>
          <p:cNvPr id="1630993952" name="Segnaposto testo 2"/>
          <p:cNvSpPr>
            <a:spLocks noGrp="1"/>
          </p:cNvSpPr>
          <p:nvPr>
            <p:ph type="body" idx="1"/>
          </p:nvPr>
        </p:nvSpPr>
        <p:spPr bwMode="auto">
          <a:xfrm>
            <a:off x="838200" y="1825625"/>
            <a:ext cx="10515600" cy="4351338"/>
          </a:xfrm>
          <a:prstGeom prst="rect">
            <a:avLst/>
          </a:prstGeom>
        </p:spPr>
        <p:txBody>
          <a:bodyPr vert="horz" lIns="91440" tIns="45720" rIns="91440" bIns="45720" rtlCol="0">
            <a:normAutofit/>
          </a:bodyPr>
          <a:lstStyle/>
          <a:p>
            <a:pPr lvl="0">
              <a:defRPr/>
            </a:pPr>
            <a:r>
              <a:rPr lang="it-IT"/>
              <a:t>Fare clic per modificare stili del testo dello schema</a:t>
            </a:r>
            <a:endParaRPr/>
          </a:p>
          <a:p>
            <a:pPr lvl="1">
              <a:defRPr/>
            </a:pPr>
            <a:r>
              <a:rPr lang="it-IT"/>
              <a:t>Secondo livello</a:t>
            </a:r>
            <a:endParaRPr/>
          </a:p>
          <a:p>
            <a:pPr lvl="2">
              <a:defRPr/>
            </a:pPr>
            <a:r>
              <a:rPr lang="it-IT"/>
              <a:t>Terzo livello</a:t>
            </a:r>
            <a:endParaRPr/>
          </a:p>
          <a:p>
            <a:pPr lvl="3">
              <a:defRPr/>
            </a:pPr>
            <a:r>
              <a:rPr lang="it-IT"/>
              <a:t>Quarto livello</a:t>
            </a:r>
            <a:endParaRPr/>
          </a:p>
          <a:p>
            <a:pPr lvl="4">
              <a:defRPr/>
            </a:pPr>
            <a:r>
              <a:rPr lang="it-IT"/>
              <a:t>Quinto livello</a:t>
            </a:r>
            <a:endParaRPr lang="it-IT"/>
          </a:p>
        </p:txBody>
      </p:sp>
      <p:sp>
        <p:nvSpPr>
          <p:cNvPr id="552558528" name="Segnaposto data 3"/>
          <p:cNvSpPr>
            <a:spLocks noGrp="1"/>
          </p:cNvSpPr>
          <p:nvPr>
            <p:ph type="dt" sz="half" idx="2"/>
          </p:nvPr>
        </p:nvSpPr>
        <p:spPr bwMode="auto">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a:defRPr/>
            </a:pPr>
            <a:fld id="{BCC18F51-09EC-435C-A3BA-64A766E099C0}" type="datetimeFigureOut">
              <a:rPr lang="it-IT"/>
              <a:t>30.10.2013</a:t>
            </a:fld>
            <a:endParaRPr lang="it-IT"/>
          </a:p>
        </p:txBody>
      </p:sp>
      <p:sp>
        <p:nvSpPr>
          <p:cNvPr id="821268179" name="Segnaposto piè di pagina 4"/>
          <p:cNvSpPr>
            <a:spLocks noGrp="1"/>
          </p:cNvSpPr>
          <p:nvPr>
            <p:ph type="ftr" sz="quarter" idx="3"/>
          </p:nvPr>
        </p:nvSpPr>
        <p:spPr bwMode="auto">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pPr>
            <a:endParaRPr lang="it-IT"/>
          </a:p>
        </p:txBody>
      </p:sp>
      <p:sp>
        <p:nvSpPr>
          <p:cNvPr id="556750004" name="Segnaposto numero diapositiva 5"/>
          <p:cNvSpPr>
            <a:spLocks noGrp="1"/>
          </p:cNvSpPr>
          <p:nvPr>
            <p:ph type="sldNum" sz="quarter" idx="4"/>
          </p:nvPr>
        </p:nvSpPr>
        <p:spPr bwMode="auto">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a:defRPr/>
            </a:pPr>
            <a:fld id="{08395586-F03A-48D1-94DF-16B239DF4FB5}" type="slidenum">
              <a:rPr lang="it-IT"/>
              <a:t>‹#›</a:t>
            </a:fld>
            <a:endParaRPr lang="it-IT"/>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a:lnSpc>
          <a:spcPct val="90000"/>
        </a:lnSpc>
        <a:spcBef>
          <a:spcPts val="0"/>
        </a:spcBef>
        <a:buNone/>
        <a:defRPr sz="4400">
          <a:solidFill>
            <a:schemeClr val="tx1"/>
          </a:solidFill>
          <a:latin typeface="+mj-lt"/>
          <a:ea typeface="+mj-ea"/>
          <a:cs typeface="+mj-cs"/>
        </a:defRPr>
      </a:lvl1pPr>
    </p:titleStyle>
    <p:bodyStyle>
      <a:lvl1pPr marL="228600" indent="-228600" algn="l" defTabSz="914400" rtl="0">
        <a:lnSpc>
          <a:spcPct val="90000"/>
        </a:lnSpc>
        <a:spcBef>
          <a:spcPts val="1000"/>
        </a:spcBef>
        <a:buFont typeface="Arial"/>
        <a:buChar char="•"/>
        <a:defRPr sz="2800">
          <a:solidFill>
            <a:schemeClr val="tx1"/>
          </a:solidFill>
          <a:latin typeface="+mn-lt"/>
          <a:ea typeface="+mn-ea"/>
          <a:cs typeface="+mn-cs"/>
        </a:defRPr>
      </a:lvl1pPr>
      <a:lvl2pPr marL="685800" indent="-228600" algn="l" defTabSz="914400" rtl="0">
        <a:lnSpc>
          <a:spcPct val="90000"/>
        </a:lnSpc>
        <a:spcBef>
          <a:spcPts val="500"/>
        </a:spcBef>
        <a:buFont typeface="Arial"/>
        <a:buChar char="•"/>
        <a:defRPr sz="2400">
          <a:solidFill>
            <a:schemeClr val="tx1"/>
          </a:solidFill>
          <a:latin typeface="+mn-lt"/>
          <a:ea typeface="+mn-ea"/>
          <a:cs typeface="+mn-cs"/>
        </a:defRPr>
      </a:lvl2pPr>
      <a:lvl3pPr marL="1143000" indent="-228600" algn="l" defTabSz="914400" rtl="0">
        <a:lnSpc>
          <a:spcPct val="90000"/>
        </a:lnSpc>
        <a:spcBef>
          <a:spcPts val="500"/>
        </a:spcBef>
        <a:buFont typeface="Arial"/>
        <a:buChar char="•"/>
        <a:defRPr sz="2000">
          <a:solidFill>
            <a:schemeClr val="tx1"/>
          </a:solidFill>
          <a:latin typeface="+mn-lt"/>
          <a:ea typeface="+mn-ea"/>
          <a:cs typeface="+mn-cs"/>
        </a:defRPr>
      </a:lvl3pPr>
      <a:lvl4pPr marL="1600200" indent="-228600" algn="l" defTabSz="914400" rtl="0">
        <a:lnSpc>
          <a:spcPct val="90000"/>
        </a:lnSpc>
        <a:spcBef>
          <a:spcPts val="500"/>
        </a:spcBef>
        <a:buFont typeface="Arial"/>
        <a:buChar char="•"/>
        <a:defRPr sz="1800">
          <a:solidFill>
            <a:schemeClr val="tx1"/>
          </a:solidFill>
          <a:latin typeface="+mn-lt"/>
          <a:ea typeface="+mn-ea"/>
          <a:cs typeface="+mn-cs"/>
        </a:defRPr>
      </a:lvl4pPr>
      <a:lvl5pPr marL="2057400" indent="-228600" algn="l" defTabSz="914400" rtl="0">
        <a:lnSpc>
          <a:spcPct val="90000"/>
        </a:lnSpc>
        <a:spcBef>
          <a:spcPts val="500"/>
        </a:spcBef>
        <a:buFont typeface="Arial"/>
        <a:buChar char="•"/>
        <a:defRPr sz="1800">
          <a:solidFill>
            <a:schemeClr val="tx1"/>
          </a:solidFill>
          <a:latin typeface="+mn-lt"/>
          <a:ea typeface="+mn-ea"/>
          <a:cs typeface="+mn-cs"/>
        </a:defRPr>
      </a:lvl5pPr>
      <a:lvl6pPr marL="2514600" indent="-228600" algn="l" defTabSz="914400" rtl="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rtl="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rtl="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rtl="0">
        <a:lnSpc>
          <a:spcPct val="90000"/>
        </a:lnSpc>
        <a:spcBef>
          <a:spcPts val="500"/>
        </a:spcBef>
        <a:buFont typeface="Arial"/>
        <a:buChar char="•"/>
        <a:defRPr sz="1800">
          <a:solidFill>
            <a:schemeClr val="tx1"/>
          </a:solidFill>
          <a:latin typeface="+mn-lt"/>
          <a:ea typeface="+mn-ea"/>
          <a:cs typeface="+mn-cs"/>
        </a:defRPr>
      </a:lvl9pPr>
    </p:bodyStyle>
    <p:otherStyle>
      <a:defPPr>
        <a:defRPr lang="it-IT"/>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media1.svg"/></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media2.svg"/></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3.png"/><Relationship Id="rId4" Type="http://schemas.openxmlformats.org/officeDocument/2006/relationships/image" Target="../media/image4.png"/></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28444390" name="Title 1"/>
          <p:cNvSpPr>
            <a:spLocks noGrp="1"/>
          </p:cNvSpPr>
          <p:nvPr>
            <p:ph type="ctrTitle"/>
          </p:nvPr>
        </p:nvSpPr>
        <p:spPr bwMode="auto"/>
        <p:txBody>
          <a:bodyPr/>
          <a:lstStyle/>
          <a:p>
            <a:pPr>
              <a:defRPr/>
            </a:pPr>
            <a:r>
              <a:rPr lang="en" b="1">
                <a:latin typeface="NimbusSanL"/>
                <a:ea typeface="NimbusSanL"/>
                <a:cs typeface="NimbusSanL"/>
              </a:rPr>
              <a:t>Centro Visite</a:t>
            </a:r>
            <a:endParaRPr lang="it-IT"/>
          </a:p>
        </p:txBody>
      </p:sp>
      <p:sp>
        <p:nvSpPr>
          <p:cNvPr id="460690520" name="Subtitle 2"/>
          <p:cNvSpPr>
            <a:spLocks noGrp="1"/>
          </p:cNvSpPr>
          <p:nvPr>
            <p:ph type="subTitle" idx="1"/>
          </p:nvPr>
        </p:nvSpPr>
        <p:spPr bwMode="auto"/>
        <p:txBody>
          <a:bodyPr/>
          <a:lstStyle/>
          <a:p>
            <a:pPr>
              <a:defRPr/>
            </a:pPr>
            <a:r>
              <a:rPr lang="en">
                <a:latin typeface="Cantarell"/>
                <a:ea typeface="Cantarell"/>
                <a:cs typeface="Cantarell"/>
              </a:rPr>
              <a:t>Progetto di Ingegneria del Software – Parte B</a:t>
            </a:r>
            <a:endParaRPr>
              <a:latin typeface="Cantarell"/>
              <a:cs typeface="Cantarell"/>
            </a:endParaRPr>
          </a:p>
        </p:txBody>
      </p:sp>
      <p:sp>
        <p:nvSpPr>
          <p:cNvPr id="1795880058" name=""/>
          <p:cNvSpPr txBox="1"/>
          <p:nvPr/>
        </p:nvSpPr>
        <p:spPr bwMode="auto">
          <a:xfrm rot="0" flipH="0" flipV="0">
            <a:off x="8426180" y="4745180"/>
            <a:ext cx="3073141" cy="173771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nSpc>
                <a:spcPct val="200000"/>
              </a:lnSpc>
              <a:defRPr/>
            </a:pPr>
            <a:r>
              <a:rPr lang="en">
                <a:latin typeface="DejaVu Sans Condensed"/>
                <a:ea typeface="DejaVu Sans Condensed"/>
                <a:cs typeface="DejaVu Sans Condensed"/>
              </a:rPr>
              <a:t>Lorenzo Dolzanelli</a:t>
            </a:r>
            <a:endParaRPr>
              <a:latin typeface="DejaVu Sans Condensed"/>
              <a:cs typeface="DejaVu Sans Condensed"/>
            </a:endParaRPr>
          </a:p>
          <a:p>
            <a:pPr>
              <a:lnSpc>
                <a:spcPct val="200000"/>
              </a:lnSpc>
              <a:defRPr/>
            </a:pPr>
            <a:r>
              <a:rPr lang="en">
                <a:latin typeface="DejaVu Sans Condensed"/>
                <a:ea typeface="DejaVu Sans Condensed"/>
                <a:cs typeface="DejaVu Sans Condensed"/>
              </a:rPr>
              <a:t>Khater Abdelaziz</a:t>
            </a:r>
            <a:endParaRPr>
              <a:latin typeface="DejaVu Sans Condensed"/>
              <a:cs typeface="DejaVu Sans Condensed"/>
            </a:endParaRPr>
          </a:p>
          <a:p>
            <a:pPr>
              <a:lnSpc>
                <a:spcPct val="200000"/>
              </a:lnSpc>
              <a:defRPr/>
            </a:pPr>
            <a:r>
              <a:rPr lang="en">
                <a:latin typeface="DejaVu Sans Condensed"/>
                <a:ea typeface="DejaVu Sans Condensed"/>
                <a:cs typeface="DejaVu Sans Condensed"/>
              </a:rPr>
              <a:t>Daniele Miguel Franchi</a:t>
            </a:r>
            <a:endParaRPr>
              <a:latin typeface="Open Sans"/>
              <a:cs typeface="Open Sans"/>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92236674" name="Titolo 1"/>
          <p:cNvSpPr>
            <a:spLocks noGrp="1"/>
          </p:cNvSpPr>
          <p:nvPr>
            <p:ph type="title"/>
          </p:nvPr>
        </p:nvSpPr>
        <p:spPr bwMode="auto">
          <a:prstGeom prst="rect">
            <a:avLst/>
          </a:prstGeom>
          <a:ln w="12699">
            <a:noFill/>
            <a:prstDash val="solid"/>
          </a:ln>
        </p:spPr>
        <p:txBody>
          <a:bodyPr/>
          <a:lstStyle/>
          <a:p>
            <a:pPr>
              <a:defRPr/>
            </a:pPr>
            <a:r>
              <a:rPr lang="en" b="1">
                <a:ln w="6349">
                  <a:noFill/>
                  <a:prstDash val="solid"/>
                </a:ln>
                <a:solidFill>
                  <a:srgbClr val="0070C0"/>
                </a:solidFill>
                <a:latin typeface="Noto Sans"/>
                <a:ea typeface="Noto Sans"/>
                <a:cs typeface="Noto Sans"/>
              </a:rPr>
              <a:t>Indice dei contenuti</a:t>
            </a:r>
            <a:endParaRPr/>
          </a:p>
        </p:txBody>
      </p:sp>
      <p:sp>
        <p:nvSpPr>
          <p:cNvPr id="1218477545" name="Segnaposto contenuto 2"/>
          <p:cNvSpPr>
            <a:spLocks noGrp="1"/>
          </p:cNvSpPr>
          <p:nvPr>
            <p:ph idx="1"/>
          </p:nvPr>
        </p:nvSpPr>
        <p:spPr bwMode="auto"/>
        <p:txBody>
          <a:bodyPr vertOverflow="overflow" horzOverflow="overflow" vert="horz" wrap="square" lIns="91440" tIns="45720" rIns="91440" bIns="45720" numCol="1" spcCol="0" rtlCol="0" fromWordArt="0" anchor="t" anchorCtr="0" forceAA="0" upright="0" compatLnSpc="0">
            <a:normAutofit fontScale="85000" lnSpcReduction="3000"/>
          </a:bodyPr>
          <a:lstStyle/>
          <a:p>
            <a:pPr marL="394023" indent="-394023">
              <a:buFont typeface="Arial"/>
              <a:buAutoNum type="alphaUcPeriod"/>
              <a:defRPr/>
            </a:pPr>
            <a:r>
              <a:rPr lang="en">
                <a:latin typeface="DejaVu Sans Condensed"/>
                <a:ea typeface="DejaVu Sans Condensed"/>
                <a:cs typeface="DejaVu Sans Condensed"/>
              </a:rPr>
              <a:t>Separazione modello-vista		aa</a:t>
            </a:r>
            <a:endParaRPr>
              <a:latin typeface="DejaVu Sans Condensed"/>
              <a:cs typeface="DejaVu Sans Condensed"/>
            </a:endParaRPr>
          </a:p>
          <a:p>
            <a:pPr marL="394023" indent="-394023">
              <a:buFont typeface="Arial"/>
              <a:buAutoNum type="alphaUcPeriod"/>
              <a:defRPr/>
            </a:pPr>
            <a:r>
              <a:rPr lang="en">
                <a:latin typeface="DejaVu Sans Condensed"/>
                <a:ea typeface="DejaVu Sans Condensed"/>
                <a:cs typeface="DejaVu Sans Condensed"/>
              </a:rPr>
              <a:t>Esempi di pattern GRASP			aa</a:t>
            </a:r>
            <a:endParaRPr>
              <a:latin typeface="DejaVu Sans Condensed"/>
              <a:cs typeface="DejaVu Sans Condensed"/>
            </a:endParaRPr>
          </a:p>
          <a:p>
            <a:pPr marL="794073" lvl="1" indent="-394023">
              <a:buFont typeface="Arial"/>
              <a:buAutoNum type="alphaUcPeriod"/>
              <a:defRPr/>
            </a:pPr>
            <a:r>
              <a:rPr lang="en">
                <a:latin typeface="DejaVu Sans Condensed"/>
                <a:ea typeface="DejaVu Sans Condensed"/>
                <a:cs typeface="DejaVu Sans Condensed"/>
              </a:rPr>
              <a:t>GRASP 1				bb</a:t>
            </a:r>
            <a:endParaRPr>
              <a:latin typeface="DejaVu Sans Condensed"/>
              <a:cs typeface="DejaVu Sans Condensed"/>
            </a:endParaRPr>
          </a:p>
          <a:p>
            <a:pPr marL="794073" lvl="1" indent="-394023">
              <a:buFont typeface="Arial"/>
              <a:buAutoNum type="alphaUcPeriod"/>
              <a:defRPr/>
            </a:pPr>
            <a:r>
              <a:rPr lang="en">
                <a:latin typeface="DejaVu Sans Condensed"/>
                <a:ea typeface="DejaVu Sans Condensed"/>
                <a:cs typeface="DejaVu Sans Condensed"/>
              </a:rPr>
              <a:t>GRASP 2				bb</a:t>
            </a:r>
            <a:endParaRPr>
              <a:latin typeface="DejaVu Sans Condensed"/>
              <a:cs typeface="DejaVu Sans Condensed"/>
            </a:endParaRPr>
          </a:p>
          <a:p>
            <a:pPr marL="794073" lvl="1" indent="-394023">
              <a:buFont typeface="Arial"/>
              <a:buAutoNum type="alphaUcPeriod"/>
              <a:defRPr/>
            </a:pPr>
            <a:r>
              <a:rPr lang="en">
                <a:latin typeface="DejaVu Sans Condensed"/>
                <a:ea typeface="DejaVu Sans Condensed"/>
                <a:cs typeface="DejaVu Sans Condensed"/>
              </a:rPr>
              <a:t>GRASP 3				bb</a:t>
            </a:r>
            <a:endParaRPr>
              <a:latin typeface="DejaVu Sans Condensed"/>
              <a:cs typeface="DejaVu Sans Condensed"/>
            </a:endParaRPr>
          </a:p>
          <a:p>
            <a:pPr marL="394023" lvl="0" indent="-394023">
              <a:buFont typeface="Arial"/>
              <a:buAutoNum type="alphaUcPeriod"/>
              <a:defRPr/>
            </a:pPr>
            <a:r>
              <a:rPr lang="en">
                <a:latin typeface="DejaVu Sans Condensed"/>
                <a:ea typeface="DejaVu Sans Condensed"/>
                <a:cs typeface="DejaVu Sans Condensed"/>
              </a:rPr>
              <a:t>Esempi di pattern SOLID			aa</a:t>
            </a:r>
            <a:endParaRPr>
              <a:latin typeface="DejaVu Sans Condensed"/>
              <a:cs typeface="DejaVu Sans Condensed"/>
            </a:endParaRPr>
          </a:p>
          <a:p>
            <a:pPr marL="794073" lvl="1" indent="-394023">
              <a:buFont typeface="Arial"/>
              <a:buAutoNum type="alphaUcPeriod"/>
              <a:defRPr/>
            </a:pPr>
            <a:r>
              <a:rPr lang="en">
                <a:latin typeface="DejaVu Sans Condensed"/>
                <a:ea typeface="DejaVu Sans Condensed"/>
                <a:cs typeface="DejaVu Sans Condensed"/>
              </a:rPr>
              <a:t>SOLID 1					bb</a:t>
            </a:r>
            <a:endParaRPr>
              <a:latin typeface="DejaVu Sans Condensed"/>
              <a:cs typeface="DejaVu Sans Condensed"/>
            </a:endParaRPr>
          </a:p>
          <a:p>
            <a:pPr marL="794073" lvl="1" indent="-394023">
              <a:buFont typeface="Arial"/>
              <a:buAutoNum type="alphaUcPeriod"/>
              <a:defRPr/>
            </a:pPr>
            <a:r>
              <a:rPr lang="en">
                <a:latin typeface="DejaVu Sans Condensed"/>
                <a:ea typeface="DejaVu Sans Condensed"/>
                <a:cs typeface="DejaVu Sans Condensed"/>
              </a:rPr>
              <a:t>SOLID 2					bb</a:t>
            </a:r>
            <a:endParaRPr>
              <a:latin typeface="DejaVu Sans Condensed"/>
              <a:cs typeface="DejaVu Sans Condensed"/>
            </a:endParaRPr>
          </a:p>
          <a:p>
            <a:pPr marL="794073" lvl="1" indent="-394023">
              <a:buFont typeface="Arial"/>
              <a:buAutoNum type="alphaUcPeriod"/>
              <a:defRPr/>
            </a:pPr>
            <a:r>
              <a:rPr lang="en">
                <a:latin typeface="DejaVu Sans Condensed"/>
                <a:ea typeface="DejaVu Sans Condensed"/>
                <a:cs typeface="DejaVu Sans Condensed"/>
              </a:rPr>
              <a:t>SOLID 3					bb</a:t>
            </a:r>
            <a:endParaRPr>
              <a:latin typeface="DejaVu Sans Condensed"/>
              <a:cs typeface="DejaVu Sans Condensed"/>
            </a:endParaRPr>
          </a:p>
          <a:p>
            <a:pPr marL="394023" lvl="0" indent="-394023">
              <a:buFont typeface="Arial"/>
              <a:buAutoNum type="alphaUcPeriod"/>
              <a:defRPr/>
            </a:pPr>
            <a:r>
              <a:rPr lang="en">
                <a:latin typeface="DejaVu Sans Condensed"/>
                <a:ea typeface="DejaVu Sans Condensed"/>
                <a:cs typeface="DejaVu Sans Condensed"/>
              </a:rPr>
              <a:t>Esempi di testing				aa</a:t>
            </a:r>
            <a:endParaRPr>
              <a:latin typeface="DejaVu Sans Condensed"/>
              <a:cs typeface="DejaVu Sans Condensed"/>
            </a:endParaRPr>
          </a:p>
          <a:p>
            <a:pPr marL="394023" lvl="0" indent="-394023">
              <a:buFont typeface="Arial"/>
              <a:buAutoNum type="alphaUcPeriod"/>
              <a:defRPr/>
            </a:pPr>
            <a:r>
              <a:rPr lang="en">
                <a:latin typeface="DejaVu Sans Condensed"/>
                <a:ea typeface="DejaVu Sans Condensed"/>
                <a:cs typeface="DejaVu Sans Condensed"/>
              </a:rPr>
              <a:t>Esempi di refactoring			aa</a:t>
            </a:r>
            <a:endParaRPr>
              <a:latin typeface="Cantarell"/>
              <a:cs typeface="Cantarel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487670749" name="Titolo 1"/>
          <p:cNvSpPr>
            <a:spLocks noGrp="1"/>
          </p:cNvSpPr>
          <p:nvPr>
            <p:ph type="title"/>
          </p:nvPr>
        </p:nvSpPr>
        <p:spPr bwMode="auto"/>
        <p:txBody>
          <a:bodyPr/>
          <a:lstStyle/>
          <a:p>
            <a:pPr>
              <a:defRPr/>
            </a:pPr>
            <a:r>
              <a:rPr lang="en" b="1">
                <a:solidFill>
                  <a:srgbClr val="0070C0"/>
                </a:solidFill>
                <a:latin typeface="Noto Sans"/>
                <a:ea typeface="Noto Sans"/>
                <a:cs typeface="Noto Sans"/>
              </a:rPr>
              <a:t>Diagramma dei package</a:t>
            </a:r>
            <a:endParaRPr>
              <a:solidFill>
                <a:srgbClr val="0070C0"/>
              </a:solidFill>
            </a:endParaRPr>
          </a:p>
        </p:txBody>
      </p:sp>
      <p:pic>
        <p:nvPicPr>
          <p:cNvPr id="1484333999" name=""/>
          <p:cNvPicPr>
            <a:picLocks noChangeAspect="1"/>
          </p:cNvPicPr>
          <p:nvPr/>
        </p:nvPicPr>
        <p:blipFill>
          <a:blip r:embed="rId3">
            <a:extLst>
              <a:ext uri="{96DAC541-7B7A-43D3-8B79-37D633B846F1}">
                <asvg:svgBlip xmlns:asvg="http://schemas.microsoft.com/office/drawing/2016/SVG/main" r:embed="rId4"/>
              </a:ext>
            </a:extLst>
          </a:blip>
          <a:stretch/>
        </p:blipFill>
        <p:spPr bwMode="auto">
          <a:xfrm flipH="0" flipV="0">
            <a:off x="78818" y="1840019"/>
            <a:ext cx="12001499" cy="3285315"/>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8986064" name="Titolo 1"/>
          <p:cNvSpPr>
            <a:spLocks noGrp="1"/>
          </p:cNvSpPr>
          <p:nvPr>
            <p:ph type="title"/>
          </p:nvPr>
        </p:nvSpPr>
        <p:spPr bwMode="auto"/>
        <p:txBody>
          <a:bodyPr/>
          <a:lstStyle/>
          <a:p>
            <a:pPr>
              <a:defRPr/>
            </a:pPr>
            <a:r>
              <a:rPr lang="en" b="1">
                <a:solidFill>
                  <a:srgbClr val="0070C0"/>
                </a:solidFill>
                <a:latin typeface="Noto Sans"/>
                <a:ea typeface="Noto Sans"/>
                <a:cs typeface="Noto Sans"/>
              </a:rPr>
              <a:t>Separazione modello-vista</a:t>
            </a:r>
            <a:endParaRPr/>
          </a:p>
        </p:txBody>
      </p:sp>
      <p:sp>
        <p:nvSpPr>
          <p:cNvPr id="837232086" name="Segnaposto contenuto 2"/>
          <p:cNvSpPr>
            <a:spLocks noGrp="1"/>
          </p:cNvSpPr>
          <p:nvPr>
            <p:ph idx="1"/>
          </p:nvPr>
        </p:nvSpPr>
        <p:spPr bwMode="auto"/>
        <p:txBody>
          <a:bodyPr/>
          <a:lstStyle/>
          <a:p>
            <a:pPr marL="0" indent="0">
              <a:buFont typeface="Arial"/>
              <a:buNone/>
              <a:defRPr/>
            </a:pPr>
            <a:r>
              <a:rPr lang="en"/>
              <a:t>La separazione avviene seguendo il pattern MVC:</a:t>
            </a:r>
            <a:endParaRPr lang="en"/>
          </a:p>
          <a:p>
            <a:pPr>
              <a:defRPr/>
            </a:pPr>
            <a:r>
              <a:rPr lang="en"/>
              <a:t>la vista é contenuta esclusivamente nei template HTML in Thymeleaf</a:t>
            </a:r>
            <a:endParaRPr lang="en"/>
          </a:p>
          <a:p>
            <a:pPr>
              <a:defRPr/>
            </a:pPr>
            <a:r>
              <a:rPr lang="en"/>
              <a:t>I</a:t>
            </a:r>
            <a:r>
              <a:rPr lang="en"/>
              <a:t> controller sono di due tipi:</a:t>
            </a:r>
            <a:endParaRPr lang="en"/>
          </a:p>
          <a:p>
            <a:pPr lvl="1">
              <a:defRPr/>
            </a:pPr>
            <a:r>
              <a:rPr lang="en"/>
              <a:t>REST controller utilizzati per fornire le API per recuperare/inviare dati</a:t>
            </a:r>
            <a:endParaRPr lang="en"/>
          </a:p>
          <a:p>
            <a:pPr lvl="1">
              <a:defRPr/>
            </a:pPr>
            <a:r>
              <a:rPr lang="en"/>
              <a:t>View controller utilizzati per inviare i template di Thymeleaf all’utente</a:t>
            </a:r>
            <a:endParaRPr lang="en"/>
          </a:p>
          <a:p>
            <a:pPr lvl="0">
              <a:defRPr/>
            </a:pPr>
            <a:r>
              <a:rPr lang="en"/>
              <a:t>Il modello </a:t>
            </a:r>
            <a:endParaRPr lang="en"/>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456239767" name="Titolo 1"/>
          <p:cNvSpPr>
            <a:spLocks noGrp="1"/>
          </p:cNvSpPr>
          <p:nvPr>
            <p:ph type="title"/>
          </p:nvPr>
        </p:nvSpPr>
        <p:spPr bwMode="auto"/>
        <p:txBody>
          <a:bodyPr/>
          <a:lstStyle/>
          <a:p>
            <a:pPr>
              <a:defRPr/>
            </a:pPr>
            <a:r>
              <a:rPr lang="en" b="1">
                <a:solidFill>
                  <a:srgbClr val="0070C0"/>
                </a:solidFill>
                <a:latin typeface="Noto Sans"/>
                <a:ea typeface="Noto Sans"/>
                <a:cs typeface="Noto Sans"/>
              </a:rPr>
              <a:t>Esempio con SSD</a:t>
            </a:r>
            <a:endParaRPr b="1">
              <a:solidFill>
                <a:srgbClr val="0070C0"/>
              </a:solidFill>
              <a:latin typeface="Noto Sans"/>
              <a:cs typeface="Noto Sans"/>
            </a:endParaRPr>
          </a:p>
        </p:txBody>
      </p:sp>
      <p:sp>
        <p:nvSpPr>
          <p:cNvPr id="234523593" name="Segnaposto contenuto 2"/>
          <p:cNvSpPr>
            <a:spLocks noGrp="1"/>
          </p:cNvSpPr>
          <p:nvPr>
            <p:ph idx="1"/>
          </p:nvPr>
        </p:nvSpPr>
        <p:spPr bwMode="auto">
          <a:xfrm flipH="0" flipV="0">
            <a:off x="6622472" y="698139"/>
            <a:ext cx="4808413" cy="659534"/>
          </a:xfrm>
        </p:spPr>
        <p:txBody>
          <a:bodyPr vertOverflow="overflow" horzOverflow="overflow" vert="horz" wrap="square" lIns="91440" tIns="45720" rIns="91440" bIns="45720" numCol="1" spcCol="0" rtlCol="0" fromWordArt="0" anchor="ctr" anchorCtr="0" forceAA="0" upright="0" compatLnSpc="0">
            <a:normAutofit fontScale="95000" lnSpcReduction="1000"/>
          </a:bodyPr>
          <a:lstStyle/>
          <a:p>
            <a:pPr marL="0" indent="0" algn="ctr">
              <a:buFont typeface="Arial"/>
              <a:buNone/>
              <a:defRPr/>
            </a:pPr>
            <a:r>
              <a:rPr lang="en" b="1">
                <a:solidFill>
                  <a:srgbClr val="0070C0"/>
                </a:solidFill>
                <a:latin typeface="DejaVu Sans Condensed"/>
                <a:ea typeface="DejaVu Sans Condensed"/>
                <a:cs typeface="DejaVu Sans Condensed"/>
              </a:rPr>
              <a:t>Disponibilitá dei volontari</a:t>
            </a:r>
            <a:endParaRPr b="1">
              <a:solidFill>
                <a:srgbClr val="0070C0"/>
              </a:solidFill>
              <a:latin typeface="DejaVu Sans Condensed"/>
              <a:cs typeface="DejaVu Sans Condensed"/>
            </a:endParaRPr>
          </a:p>
        </p:txBody>
      </p:sp>
      <p:pic>
        <p:nvPicPr>
          <p:cNvPr id="831649121" name=""/>
          <p:cNvPicPr>
            <a:picLocks noChangeAspect="1"/>
          </p:cNvPicPr>
          <p:nvPr/>
        </p:nvPicPr>
        <p:blipFill>
          <a:blip r:embed="rId3">
            <a:extLst>
              <a:ext uri="{96DAC541-7B7A-43D3-8B79-37D633B846F1}">
                <asvg:svgBlip xmlns:asvg="http://schemas.microsoft.com/office/drawing/2016/SVG/main" r:embed="rId4"/>
              </a:ext>
            </a:extLst>
          </a:blip>
          <a:stretch/>
        </p:blipFill>
        <p:spPr bwMode="auto">
          <a:xfrm flipH="0" flipV="0">
            <a:off x="381886" y="1495497"/>
            <a:ext cx="11542568" cy="5135727"/>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073529300" name="Titolo 1"/>
          <p:cNvSpPr>
            <a:spLocks noGrp="1"/>
          </p:cNvSpPr>
          <p:nvPr>
            <p:ph type="title"/>
          </p:nvPr>
        </p:nvSpPr>
        <p:spPr bwMode="auto">
          <a:xfrm>
            <a:off x="838198" y="193674"/>
            <a:ext cx="10515600" cy="1325562"/>
          </a:xfrm>
        </p:spPr>
        <p:txBody>
          <a:bodyPr/>
          <a:lstStyle/>
          <a:p>
            <a:pPr>
              <a:defRPr/>
            </a:pPr>
            <a:r>
              <a:rPr lang="en" b="1">
                <a:solidFill>
                  <a:srgbClr val="0070C0"/>
                </a:solidFill>
                <a:latin typeface="Noto Sans"/>
                <a:ea typeface="Noto Sans"/>
                <a:cs typeface="Noto Sans"/>
              </a:rPr>
              <a:t>GRASP 1 – information expert</a:t>
            </a:r>
            <a:endParaRPr b="1">
              <a:solidFill>
                <a:srgbClr val="0070C0"/>
              </a:solidFill>
              <a:latin typeface="Noto Sans"/>
              <a:cs typeface="Noto Sans"/>
            </a:endParaRPr>
          </a:p>
        </p:txBody>
      </p:sp>
      <p:sp>
        <p:nvSpPr>
          <p:cNvPr id="93921066" name=""/>
          <p:cNvSpPr txBox="1"/>
          <p:nvPr/>
        </p:nvSpPr>
        <p:spPr bwMode="auto">
          <a:xfrm rot="0" flipH="0" flipV="0">
            <a:off x="351446" y="1731960"/>
            <a:ext cx="11608529" cy="2966174"/>
          </a:xfrm>
          <a:prstGeom prst="roundRect">
            <a:avLst>
              <a:gd name="adj" fmla="val 5796"/>
            </a:avLst>
          </a:prstGeom>
          <a:solidFill>
            <a:schemeClr val="bg1">
              <a:alpha val="49999"/>
            </a:schemeClr>
          </a:solidFill>
          <a:ln w="12699">
            <a:solidFill>
              <a:schemeClr val="tx1"/>
            </a:solidFill>
            <a:prstDash val="solid"/>
          </a:ln>
        </p:spPr>
        <p:txBody>
          <a:bodyPr vertOverflow="overflow" horzOverflow="overflow" vert="horz" wrap="square" lIns="91440" tIns="45720" rIns="91440" bIns="45720" numCol="1" spcCol="0" rtlCol="0" fromWordArt="0" anchor="t" anchorCtr="0" forceAA="0" upright="0" compatLnSpc="0">
            <a:spAutoFit/>
          </a:bodyPr>
          <a:p>
            <a:pPr>
              <a:defRPr/>
            </a:pPr>
            <a:r>
              <a:rPr lang="en" sz="1400" b="0" i="0" u="none" strike="noStrike" cap="none" spc="0">
                <a:solidFill>
                  <a:schemeClr val="tx1"/>
                </a:solidFill>
                <a:latin typeface="Liberation Mono"/>
                <a:ea typeface="Liberation Mono"/>
                <a:cs typeface="Liberation Mono"/>
              </a:rPr>
              <a:t>// VisitPlanService</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private List&lt;VolunteerAvailableDate&gt; initMonthAvailabilities(List&lt;User&gt; volunteers, int month, int year) {</a:t>
            </a:r>
            <a:endParaRPr lang="it-IT" sz="1400" b="0" i="0" u="none" strike="noStrike" cap="none" spc="0">
              <a:solidFill>
                <a:schemeClr val="tx1"/>
              </a:solidFill>
              <a:latin typeface="Liberation Mono"/>
              <a:ea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List&lt;VolunteerAvailableDate&gt; monthAvailabilities = new ArrayList&lt;&gt;();</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for (User v : volunteers) {</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 per ogni volontario recupera le sue disponibilitá e seleziona quelle del mese</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 selezionato</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List&lt;VolunteerAvailableDate&gt; volunteerAvailabilities = new ArrayList&lt;&gt;();</a:t>
            </a:r>
            <a:endParaRPr sz="1400" b="0" i="0" u="none" strike="noStrike" cap="none" spc="0">
              <a:solidFill>
                <a:schemeClr val="tx1"/>
              </a:solidFill>
              <a:latin typeface="Liberation Mono"/>
              <a:cs typeface="Liberation Mono"/>
            </a:endParaRPr>
          </a:p>
          <a:p>
            <a:pPr>
              <a:defRPr/>
            </a:pP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volunteerAvailabilityRepository.findByVolunteerId(v.getId())</a:t>
            </a:r>
            <a:endParaRPr lang="it-IT" sz="1400" b="0" i="0" u="none" strike="noStrike" cap="none" spc="0">
              <a:solidFill>
                <a:schemeClr val="tx1"/>
              </a:solidFill>
              <a:latin typeface="Liberation Mono"/>
              <a:ea typeface="Liberation Mono"/>
              <a:cs typeface="Liberation Mono"/>
            </a:endParaRPr>
          </a:p>
          <a:p>
            <a:pPr>
              <a:defRPr/>
            </a:pPr>
            <a:r>
              <a:rPr lang="en" sz="1400" b="0" i="0" u="none" strike="noStrike" cap="none" spc="0">
                <a:solidFill>
                  <a:schemeClr val="tx1"/>
                </a:solidFill>
                <a:latin typeface="Liberation Mono"/>
                <a:ea typeface="Liberation Mono"/>
                <a:cs typeface="Liberation Mono"/>
              </a:rPr>
              <a:t>                      </a:t>
            </a:r>
            <a:r>
              <a:rPr lang="it-IT" sz="1400" b="0" i="0" u="none" strike="noStrike" cap="none" spc="0">
                <a:solidFill>
                  <a:schemeClr val="tx1"/>
                </a:solidFill>
                <a:latin typeface="Liberation Mono"/>
                <a:ea typeface="Liberation Mono"/>
                <a:cs typeface="Liberation Mono"/>
              </a:rPr>
              <a:t>.stream()</a:t>
            </a:r>
            <a:endParaRPr lang="it-IT" sz="1400" b="0" i="0" u="none" strike="noStrike" cap="none" spc="0">
              <a:solidFill>
                <a:schemeClr val="tx1"/>
              </a:solidFill>
              <a:latin typeface="Liberation Mono"/>
              <a:ea typeface="Liberation Mono"/>
              <a:cs typeface="Liberation Mono"/>
            </a:endParaRPr>
          </a:p>
          <a:p>
            <a:pPr>
              <a:defRPr/>
            </a:pPr>
            <a:r>
              <a:rPr lang="en" sz="1400" b="0" i="0" u="none" strike="noStrike" cap="none" spc="0">
                <a:solidFill>
                  <a:schemeClr val="tx1"/>
                </a:solidFill>
                <a:latin typeface="Liberation Mono"/>
                <a:ea typeface="Liberation Mono"/>
                <a:cs typeface="Liberation Mono"/>
              </a:rPr>
              <a:t>                      </a:t>
            </a:r>
            <a:r>
              <a:rPr lang="it-IT" sz="1400" b="0" i="0" u="none" strike="noStrike" cap="none" spc="0">
                <a:solidFill>
                  <a:schemeClr val="tx1"/>
                </a:solidFill>
                <a:latin typeface="Liberation Mono"/>
                <a:ea typeface="Liberation Mono"/>
                <a:cs typeface="Liberation Mono"/>
              </a:rPr>
              <a:t>.filter(</a:t>
            </a:r>
            <a:r>
              <a:rPr lang="it-IT" sz="1400" b="0" i="0" u="none" strike="noStrike" cap="none" spc="0">
                <a:solidFill>
                  <a:schemeClr val="tx1"/>
                </a:solidFill>
                <a:latin typeface="Liberation Mono"/>
                <a:ea typeface="Liberation Mono"/>
                <a:cs typeface="Liberation Mono"/>
              </a:rPr>
              <a:t>va -&gt; va.getAvailableDate().getMonthValue() == month &amp;&amp;</a:t>
            </a:r>
            <a:r>
              <a:rPr lang="en" sz="1400" b="0" i="0" u="none" strike="noStrike" cap="none" spc="0">
                <a:solidFill>
                  <a:schemeClr val="tx1"/>
                </a:solidFill>
                <a:latin typeface="Liberation Mono"/>
                <a:ea typeface="Liberation Mono"/>
                <a:cs typeface="Liberation Mono"/>
              </a:rPr>
              <a:t> </a:t>
            </a:r>
            <a:r>
              <a:rPr lang="it-IT" sz="1400" b="0" i="0" u="none" strike="noStrike" cap="none" spc="0">
                <a:solidFill>
                  <a:schemeClr val="tx1"/>
                </a:solidFill>
                <a:latin typeface="Liberation Mono"/>
                <a:ea typeface="Liberation Mono"/>
                <a:cs typeface="Liberation Mono"/>
              </a:rPr>
              <a:t>							</a:t>
            </a:r>
            <a:r>
              <a:rPr lang="en" sz="1400" b="0" i="0" u="none" strike="noStrike" cap="none" spc="0">
                <a:solidFill>
                  <a:schemeClr val="tx1"/>
                </a:solidFill>
                <a:latin typeface="Liberation Mono"/>
                <a:ea typeface="Liberation Mono"/>
                <a:cs typeface="Liberation Mono"/>
              </a:rPr>
              <a:t>  </a:t>
            </a:r>
            <a:r>
              <a:rPr lang="it-IT" sz="1400" b="0" i="0" u="none" strike="noStrike" cap="none" spc="0">
                <a:solidFill>
                  <a:schemeClr val="tx1"/>
                </a:solidFill>
                <a:latin typeface="Liberation Mono"/>
                <a:ea typeface="Liberation Mono"/>
                <a:cs typeface="Liberation Mono"/>
              </a:rPr>
              <a:t>va.getAvailableDate().getYear() == year)</a:t>
            </a:r>
            <a:endParaRPr lang="it-IT" sz="1400" b="0" i="0" u="none" strike="noStrike" cap="none" spc="0">
              <a:solidFill>
                <a:schemeClr val="tx1"/>
              </a:solidFill>
              <a:latin typeface="Liberation Mono"/>
              <a:ea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.forEach(volunteerAvailabilities::add);</a:t>
            </a:r>
            <a:endParaRPr/>
          </a:p>
        </p:txBody>
      </p:sp>
      <p:sp>
        <p:nvSpPr>
          <p:cNvPr id="1801594066" name=""/>
          <p:cNvSpPr txBox="1"/>
          <p:nvPr/>
        </p:nvSpPr>
        <p:spPr bwMode="auto">
          <a:xfrm rot="0" flipH="0" flipV="0">
            <a:off x="401998" y="4862925"/>
            <a:ext cx="11855593" cy="118907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defRPr/>
            </a:pPr>
            <a:r>
              <a:rPr lang="en"/>
              <a:t>Nella classe VisitPlanService il metodo initMonthAvailabilities chiamava delle repository per selezionare alcuni oggetti Entity.</a:t>
            </a:r>
            <a:endParaRPr lang="en"/>
          </a:p>
          <a:p>
            <a:pPr>
              <a:defRPr/>
            </a:pPr>
            <a:r>
              <a:rPr lang="en"/>
              <a:t>Si é deciso di spostare questo compito alla classe  </a:t>
            </a:r>
            <a:r>
              <a:rPr lang="en"/>
              <a:t>jpaVolunteerRepositoryAdapter visto che </a:t>
            </a:r>
            <a:r>
              <a:rPr lang="en"/>
              <a:t>fornisce giá funzioni di base per la lettura/scrittura dati da DB tramite oggetti Entity</a:t>
            </a:r>
            <a:endParaRPr/>
          </a:p>
        </p:txBody>
      </p:sp>
      <p:sp>
        <p:nvSpPr>
          <p:cNvPr id="1478977272" name=""/>
          <p:cNvSpPr txBox="1"/>
          <p:nvPr/>
        </p:nvSpPr>
        <p:spPr bwMode="auto">
          <a:xfrm rot="0" flipH="0" flipV="0">
            <a:off x="9869850" y="948644"/>
            <a:ext cx="1994879" cy="640440"/>
          </a:xfrm>
          <a:prstGeom prst="rect">
            <a:avLst/>
          </a:prstGeom>
          <a:noFill/>
        </p:spPr>
        <p:txBody>
          <a:bodyPr vertOverflow="overflow" horzOverflow="overflow" vert="horz" wrap="square" lIns="91440" tIns="45720" rIns="91440" bIns="45720" numCol="1" spcCol="0" rtlCol="0" fromWordArt="0" anchor="ctr" anchorCtr="0" forceAA="0" upright="0" compatLnSpc="0">
            <a:spAutoFit/>
          </a:bodyPr>
          <a:p>
            <a:pPr algn="ctr">
              <a:defRPr/>
            </a:pPr>
            <a:r>
              <a:rPr lang="en" sz="3600" b="1">
                <a:ln w="6349">
                  <a:solidFill>
                    <a:srgbClr val="000000"/>
                  </a:solidFill>
                  <a:prstDash val="solid"/>
                </a:ln>
                <a:solidFill>
                  <a:schemeClr val="accent2">
                    <a:lumMod val="75000"/>
                  </a:schemeClr>
                </a:solidFill>
                <a:latin typeface="Cantarell Extra Bold"/>
                <a:ea typeface="Cantarell Extra Bold"/>
                <a:cs typeface="Cantarell Extra Bold"/>
              </a:rPr>
              <a:t>PRIMA</a:t>
            </a:r>
            <a:endParaRPr>
              <a:ln w="6349">
                <a:solidFill>
                  <a:schemeClr val="tx1"/>
                </a:solidFill>
                <a:prstDash val="solid"/>
              </a:ln>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26207328" name="Titolo 1"/>
          <p:cNvSpPr>
            <a:spLocks noGrp="1"/>
          </p:cNvSpPr>
          <p:nvPr>
            <p:ph type="title"/>
          </p:nvPr>
        </p:nvSpPr>
        <p:spPr bwMode="auto">
          <a:xfrm>
            <a:off x="838197" y="3173"/>
            <a:ext cx="10515600" cy="1325562"/>
          </a:xfrm>
        </p:spPr>
        <p:txBody>
          <a:bodyPr/>
          <a:lstStyle/>
          <a:p>
            <a:pPr>
              <a:defRPr/>
            </a:pPr>
            <a:r>
              <a:rPr lang="en" b="1">
                <a:solidFill>
                  <a:srgbClr val="0070C0"/>
                </a:solidFill>
                <a:latin typeface="Noto Sans"/>
                <a:ea typeface="Noto Sans"/>
                <a:cs typeface="Noto Sans"/>
              </a:rPr>
              <a:t>GRASP 1 – information expert</a:t>
            </a:r>
            <a:endParaRPr b="1">
              <a:solidFill>
                <a:srgbClr val="0070C0"/>
              </a:solidFill>
              <a:latin typeface="Noto Sans"/>
              <a:cs typeface="Noto Sans"/>
            </a:endParaRPr>
          </a:p>
        </p:txBody>
      </p:sp>
      <p:sp>
        <p:nvSpPr>
          <p:cNvPr id="2080513964" name=""/>
          <p:cNvSpPr txBox="1"/>
          <p:nvPr/>
        </p:nvSpPr>
        <p:spPr bwMode="auto">
          <a:xfrm rot="0" flipH="0" flipV="0">
            <a:off x="351446" y="2981850"/>
            <a:ext cx="11782816" cy="1861881"/>
          </a:xfrm>
          <a:prstGeom prst="roundRect">
            <a:avLst>
              <a:gd name="adj" fmla="val 5796"/>
            </a:avLst>
          </a:prstGeom>
          <a:solidFill>
            <a:schemeClr val="bg1">
              <a:alpha val="49999"/>
            </a:schemeClr>
          </a:solidFill>
          <a:ln w="12699">
            <a:solidFill>
              <a:schemeClr val="tx1"/>
            </a:solidFill>
            <a:prstDash val="solid"/>
          </a:ln>
        </p:spPr>
        <p:txBody>
          <a:bodyPr vertOverflow="overflow" horzOverflow="overflow" vert="horz" wrap="square" lIns="91440" tIns="45720" rIns="91440" bIns="45720" numCol="1" spcCol="0" rtlCol="0" fromWordArt="0" anchor="t" anchorCtr="0" forceAA="0" upright="0" compatLnSpc="0">
            <a:spAutoFit/>
          </a:bodyPr>
          <a:p>
            <a:pPr>
              <a:defRPr/>
            </a:pPr>
            <a:r>
              <a:rPr lang="en" sz="1400" b="0" i="0" u="none" strike="noStrike" cap="none" spc="0">
                <a:solidFill>
                  <a:schemeClr val="tx1"/>
                </a:solidFill>
                <a:latin typeface="Liberation Mono"/>
                <a:ea typeface="Liberation Mono"/>
                <a:cs typeface="Liberation Mono"/>
              </a:rPr>
              <a:t>// adapters.jpa.adapter.jpaVolunteerAvailableDateRepositoryAdapter</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public List&lt;VolunteerAvailableDate&gt; findByYearMonth(YearMonth yearMonth) {</a:t>
            </a:r>
            <a:endParaRPr lang="it-IT" sz="1400" b="0" i="0" u="none" strike="noStrike" cap="none" spc="0">
              <a:solidFill>
                <a:schemeClr val="tx1"/>
              </a:solidFill>
              <a:latin typeface="Liberation Mono"/>
              <a:ea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return repository.findAll()</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.stream()</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.filter(entity -&gt; entity.getId().getAvailableDate().getMonth() == yearMonth.getMonth())</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.map(this::toDomain)</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.collect(Collectors.toList());</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a:t>
            </a:r>
            <a:endParaRPr/>
          </a:p>
        </p:txBody>
      </p:sp>
      <p:sp>
        <p:nvSpPr>
          <p:cNvPr id="1781301833" name=""/>
          <p:cNvSpPr txBox="1"/>
          <p:nvPr/>
        </p:nvSpPr>
        <p:spPr bwMode="auto">
          <a:xfrm rot="0" flipH="0" flipV="0">
            <a:off x="351446" y="4956249"/>
            <a:ext cx="11808375" cy="1641023"/>
          </a:xfrm>
          <a:prstGeom prst="roundRect">
            <a:avLst>
              <a:gd name="adj" fmla="val 5796"/>
            </a:avLst>
          </a:prstGeom>
          <a:solidFill>
            <a:schemeClr val="bg1">
              <a:alpha val="49999"/>
            </a:schemeClr>
          </a:solidFill>
          <a:ln w="12699">
            <a:solidFill>
              <a:schemeClr val="tx1"/>
            </a:solidFill>
            <a:prstDash val="solid"/>
          </a:ln>
        </p:spPr>
        <p:txBody>
          <a:bodyPr vertOverflow="overflow" horzOverflow="overflow" vert="horz" wrap="square" lIns="91440" tIns="45720" rIns="91440" bIns="45720" numCol="1" spcCol="0" rtlCol="0" fromWordArt="0" anchor="t" anchorCtr="0" forceAA="0" upright="0" compatLnSpc="0">
            <a:spAutoFit/>
          </a:bodyPr>
          <a:p>
            <a:pPr>
              <a:defRPr/>
            </a:pPr>
            <a:r>
              <a:rPr lang="en" sz="1400" b="0" i="0" u="none" strike="noStrike" cap="none" spc="0">
                <a:solidFill>
                  <a:schemeClr val="tx1"/>
                </a:solidFill>
                <a:latin typeface="Liberation Mono"/>
                <a:ea typeface="Liberation Mono"/>
                <a:cs typeface="Liberation Mono"/>
              </a:rPr>
              <a:t>//VisitPlanService.createVisitPlan()</a:t>
            </a:r>
            <a:endParaRPr lang="en" sz="1400" b="0" i="0" u="none" strike="noStrike" cap="none" spc="0">
              <a:solidFill>
                <a:schemeClr val="tx1"/>
              </a:solidFill>
              <a:latin typeface="Liberation Mono"/>
              <a:ea typeface="Liberation Mono"/>
              <a:cs typeface="Liberation Mono"/>
            </a:endParaRPr>
          </a:p>
          <a:p>
            <a:pPr>
              <a:defRPr/>
            </a:pPr>
            <a:r>
              <a:rPr lang="en" sz="1400" b="0" i="0" u="none" strike="noStrike" cap="none" spc="0">
                <a:solidFill>
                  <a:schemeClr val="tx1"/>
                </a:solidFill>
                <a:latin typeface="Liberation Mono"/>
                <a:ea typeface="Liberation Mono"/>
                <a:cs typeface="Liberation Mono"/>
              </a:rPr>
              <a:t>...</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YearMonth nextMonth = YearMonth.from(LocalDate.now(clock)).plusMonths(1);</a:t>
            </a:r>
            <a:endParaRPr lang="it-IT" sz="1400" b="0" i="0" u="none" strike="noStrike" cap="none" spc="0">
              <a:solidFill>
                <a:schemeClr val="tx1"/>
              </a:solidFill>
              <a:latin typeface="Liberation Mono"/>
              <a:ea typeface="Liberation Mono"/>
              <a:cs typeface="Liberation Mono"/>
            </a:endParaRPr>
          </a:p>
          <a:p>
            <a:pPr>
              <a:defRPr/>
            </a:pP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List&lt;VolunteerAvailableDate&gt; volunteerAvailabilitiesNextMonth =</a:t>
            </a:r>
            <a:r>
              <a:rPr lang="en" sz="1400" b="0" i="0" u="none" strike="noStrike" cap="none" spc="0">
                <a:solidFill>
                  <a:schemeClr val="tx1"/>
                </a:solidFill>
                <a:latin typeface="Liberation Mono"/>
                <a:ea typeface="Liberation Mono"/>
                <a:cs typeface="Liberation Mono"/>
              </a:rPr>
              <a:t> </a:t>
            </a:r>
            <a:r>
              <a:rPr lang="it-IT" sz="1400" b="0" i="0" u="none" strike="noStrike" cap="none" spc="0">
                <a:solidFill>
                  <a:schemeClr val="tx1"/>
                </a:solidFill>
                <a:latin typeface="Liberation Mono"/>
                <a:ea typeface="Liberation Mono"/>
                <a:cs typeface="Liberation Mono"/>
              </a:rPr>
              <a:t>	volunteerAvailabilityRepository.findByYearMonth(nextMonth);</a:t>
            </a:r>
            <a:endParaRPr sz="1400">
              <a:latin typeface="Liberation Mono"/>
              <a:ea typeface="Liberation Mono"/>
              <a:cs typeface="Liberation Mono"/>
            </a:endParaRPr>
          </a:p>
          <a:p>
            <a:pPr>
              <a:defRPr/>
            </a:pPr>
            <a:r>
              <a:rPr lang="en" sz="1400">
                <a:latin typeface="Liberation Mono"/>
                <a:ea typeface="Liberation Mono"/>
                <a:cs typeface="Liberation Mono"/>
              </a:rPr>
              <a:t>...</a:t>
            </a:r>
            <a:endParaRPr/>
          </a:p>
        </p:txBody>
      </p:sp>
      <p:sp>
        <p:nvSpPr>
          <p:cNvPr id="741634977" name=""/>
          <p:cNvSpPr txBox="1"/>
          <p:nvPr/>
        </p:nvSpPr>
        <p:spPr bwMode="auto">
          <a:xfrm rot="0" flipH="0" flipV="0">
            <a:off x="351446" y="967568"/>
            <a:ext cx="11811975" cy="1956535"/>
          </a:xfrm>
          <a:prstGeom prst="roundRect">
            <a:avLst>
              <a:gd name="adj" fmla="val 5796"/>
            </a:avLst>
          </a:prstGeom>
          <a:solidFill>
            <a:schemeClr val="bg1">
              <a:alpha val="49999"/>
            </a:schemeClr>
          </a:solidFill>
          <a:ln w="12699">
            <a:solidFill>
              <a:schemeClr val="tx1"/>
            </a:solidFill>
            <a:prstDash val="solid"/>
          </a:ln>
        </p:spPr>
        <p:txBody>
          <a:bodyPr vertOverflow="overflow" horzOverflow="overflow" vert="horz" wrap="square" lIns="91440" tIns="45720" rIns="91440" bIns="45720" numCol="1" spcCol="0" rtlCol="0" fromWordArt="0" anchor="t" anchorCtr="0" forceAA="0" upright="0" compatLnSpc="0">
            <a:spAutoFit/>
          </a:bodyPr>
          <a:p>
            <a:pPr>
              <a:defRPr/>
            </a:pPr>
            <a:r>
              <a:rPr lang="en" sz="1400">
                <a:latin typeface="Liberation Mono"/>
                <a:ea typeface="Liberation Mono"/>
                <a:cs typeface="Liberation Mono"/>
              </a:rPr>
              <a:t>// application.port.out.VolunteerAvailableDateRepositoryPort</a:t>
            </a:r>
            <a:endParaRPr sz="1400">
              <a:latin typeface="Liberation Mono"/>
              <a:cs typeface="Liberation Mono"/>
            </a:endParaRPr>
          </a:p>
          <a:p>
            <a:pPr>
              <a:defRPr/>
            </a:pPr>
            <a:r>
              <a:rPr lang="en" sz="1300" b="0" i="0" u="none" strike="noStrike" cap="none" spc="0">
                <a:solidFill>
                  <a:schemeClr val="tx1"/>
                </a:solidFill>
                <a:latin typeface="Liberation Mono"/>
                <a:ea typeface="Liberation Mono"/>
                <a:cs typeface="Liberation Mono"/>
              </a:rPr>
              <a:t>public interface VolunteerAvailableDateRepositoryPort {</a:t>
            </a:r>
            <a:endParaRPr sz="1300" b="0" i="0" u="none" strike="noStrike" cap="none" spc="0">
              <a:solidFill>
                <a:schemeClr val="tx1"/>
              </a:solidFill>
              <a:latin typeface="Liberation Mono"/>
              <a:cs typeface="Liberation Mono"/>
            </a:endParaRPr>
          </a:p>
          <a:p>
            <a:pPr>
              <a:defRPr/>
            </a:pPr>
            <a:r>
              <a:rPr lang="en" sz="1300" b="0" i="0" u="none" strike="noStrike" cap="none" spc="0">
                <a:solidFill>
                  <a:schemeClr val="tx1"/>
                </a:solidFill>
                <a:latin typeface="Liberation Mono"/>
                <a:ea typeface="Liberation Mono"/>
                <a:cs typeface="Liberation Mono"/>
              </a:rPr>
              <a:t>    void save(VolunteerAvailableDate availableDate);</a:t>
            </a:r>
            <a:endParaRPr sz="1300" b="0" i="0" u="none" strike="noStrike" cap="none" spc="0">
              <a:solidFill>
                <a:schemeClr val="tx1"/>
              </a:solidFill>
              <a:latin typeface="Liberation Mono"/>
              <a:cs typeface="Liberation Mono"/>
            </a:endParaRPr>
          </a:p>
          <a:p>
            <a:pPr>
              <a:defRPr/>
            </a:pPr>
            <a:r>
              <a:rPr lang="en" sz="1300" b="0" i="0" u="none" strike="noStrike" cap="none" spc="0">
                <a:solidFill>
                  <a:schemeClr val="tx1"/>
                </a:solidFill>
                <a:latin typeface="Liberation Mono"/>
                <a:ea typeface="Liberation Mono"/>
                <a:cs typeface="Liberation Mono"/>
              </a:rPr>
              <a:t>    void delete(VolunteerAvailableDate availableDate);</a:t>
            </a:r>
            <a:endParaRPr sz="1300" b="0" i="0" u="none" strike="noStrike" cap="none" spc="0">
              <a:solidFill>
                <a:schemeClr val="tx1"/>
              </a:solidFill>
              <a:latin typeface="Liberation Mono"/>
              <a:cs typeface="Liberation Mono"/>
            </a:endParaRPr>
          </a:p>
          <a:p>
            <a:pPr>
              <a:defRPr/>
            </a:pPr>
            <a:r>
              <a:rPr lang="en" sz="1300" b="0" i="0" u="none" strike="noStrike" cap="none" spc="0">
                <a:solidFill>
                  <a:schemeClr val="tx1"/>
                </a:solidFill>
                <a:latin typeface="Liberation Mono"/>
                <a:ea typeface="Liberation Mono"/>
                <a:cs typeface="Liberation Mono"/>
              </a:rPr>
              <a:t>    boolean exists(int volunteerId, LocalDate date);</a:t>
            </a:r>
            <a:endParaRPr sz="1300" b="0" i="0" u="none" strike="noStrike" cap="none" spc="0">
              <a:solidFill>
                <a:schemeClr val="tx1"/>
              </a:solidFill>
              <a:latin typeface="Liberation Mono"/>
              <a:cs typeface="Liberation Mono"/>
            </a:endParaRPr>
          </a:p>
          <a:p>
            <a:pPr>
              <a:defRPr/>
            </a:pPr>
            <a:r>
              <a:rPr lang="en" sz="1300" b="0" i="0" u="none" strike="noStrike" cap="none" spc="0">
                <a:solidFill>
                  <a:schemeClr val="tx1"/>
                </a:solidFill>
                <a:latin typeface="Liberation Mono"/>
                <a:ea typeface="Liberation Mono"/>
                <a:cs typeface="Liberation Mono"/>
              </a:rPr>
              <a:t>    List&lt;VolunteerAvailableDate&gt; findByVolunteerId(int volunteerId);</a:t>
            </a:r>
            <a:endParaRPr sz="1300" b="0" i="0" u="none" strike="noStrike" cap="none" spc="0">
              <a:solidFill>
                <a:schemeClr val="tx1"/>
              </a:solidFill>
              <a:latin typeface="Liberation Mono"/>
              <a:cs typeface="Liberation Mono"/>
            </a:endParaRPr>
          </a:p>
          <a:p>
            <a:pPr>
              <a:defRPr/>
            </a:pPr>
            <a:r>
              <a:rPr lang="en" sz="1300" b="0" i="0" u="none" strike="noStrike" cap="none" spc="0">
                <a:solidFill>
                  <a:schemeClr val="tx1"/>
                </a:solidFill>
                <a:latin typeface="Liberation Mono"/>
                <a:ea typeface="Liberation Mono"/>
                <a:cs typeface="Liberation Mono"/>
              </a:rPr>
              <a:t>    List&lt;VolunteerAvailableDate&gt; findByDate(LocalDate date);</a:t>
            </a:r>
            <a:endParaRPr sz="1300" b="0" i="0" u="none" strike="noStrike" cap="none" spc="0">
              <a:solidFill>
                <a:schemeClr val="tx1"/>
              </a:solidFill>
              <a:latin typeface="Liberation Mono"/>
              <a:cs typeface="Liberation Mono"/>
            </a:endParaRPr>
          </a:p>
          <a:p>
            <a:pPr>
              <a:defRPr/>
            </a:pPr>
            <a:r>
              <a:rPr lang="en" sz="1300" b="0" i="0" u="none" strike="noStrike" cap="none" spc="0">
                <a:solidFill>
                  <a:schemeClr val="tx1"/>
                </a:solidFill>
                <a:latin typeface="Liberation Mono"/>
                <a:ea typeface="Liberation Mono"/>
                <a:cs typeface="Liberation Mono"/>
              </a:rPr>
              <a:t>    </a:t>
            </a:r>
            <a:r>
              <a:rPr lang="en" sz="1300" b="1" i="0" u="none" strike="noStrike" cap="none" spc="0">
                <a:solidFill>
                  <a:schemeClr val="tx1"/>
                </a:solidFill>
                <a:latin typeface="Liberation Mono"/>
                <a:ea typeface="Liberation Mono"/>
                <a:cs typeface="Liberation Mono"/>
              </a:rPr>
              <a:t>List&lt;VolunteerAvailableDate&gt; findByYearMonth(YearMonth yearMonth);</a:t>
            </a:r>
            <a:endParaRPr sz="1300" b="1" i="0" u="none" strike="noStrike" cap="none" spc="0">
              <a:solidFill>
                <a:schemeClr val="tx1"/>
              </a:solidFill>
              <a:latin typeface="Liberation Mono"/>
              <a:cs typeface="Liberation Mono"/>
            </a:endParaRPr>
          </a:p>
          <a:p>
            <a:pPr>
              <a:defRPr/>
            </a:pPr>
            <a:r>
              <a:rPr lang="en" sz="1300" b="0" i="0" u="none" strike="noStrike" cap="none" spc="0">
                <a:solidFill>
                  <a:schemeClr val="tx1"/>
                </a:solidFill>
                <a:latin typeface="Liberation Mono"/>
                <a:ea typeface="Liberation Mono"/>
                <a:cs typeface="Liberation Mono"/>
              </a:rPr>
              <a:t>}</a:t>
            </a:r>
            <a:endParaRPr/>
          </a:p>
        </p:txBody>
      </p:sp>
      <p:sp>
        <p:nvSpPr>
          <p:cNvPr id="344099486" name=""/>
          <p:cNvSpPr txBox="1"/>
          <p:nvPr/>
        </p:nvSpPr>
        <p:spPr bwMode="auto">
          <a:xfrm rot="0" flipH="0" flipV="0">
            <a:off x="9974624" y="309823"/>
            <a:ext cx="1998118" cy="640440"/>
          </a:xfrm>
          <a:prstGeom prst="rect">
            <a:avLst/>
          </a:prstGeom>
          <a:noFill/>
        </p:spPr>
        <p:txBody>
          <a:bodyPr vertOverflow="overflow" horzOverflow="overflow" vert="horz" wrap="square" lIns="91440" tIns="45720" rIns="91440" bIns="45720" numCol="1" spcCol="0" rtlCol="0" fromWordArt="0" anchor="ctr" anchorCtr="0" forceAA="0" upright="0" compatLnSpc="0">
            <a:spAutoFit/>
          </a:bodyPr>
          <a:p>
            <a:pPr algn="ctr">
              <a:defRPr/>
            </a:pPr>
            <a:r>
              <a:rPr lang="en" sz="3600" b="1">
                <a:ln w="6349">
                  <a:solidFill>
                    <a:srgbClr val="000000"/>
                  </a:solidFill>
                  <a:prstDash val="solid"/>
                </a:ln>
                <a:solidFill>
                  <a:srgbClr val="92D050"/>
                </a:solidFill>
                <a:latin typeface="Cantarell Extra Bold"/>
                <a:ea typeface="Cantarell Extra Bold"/>
                <a:cs typeface="Cantarell Extra Bold"/>
              </a:rPr>
              <a:t>DOPO</a:t>
            </a:r>
            <a:endParaRPr>
              <a:ln w="6349">
                <a:solidFill>
                  <a:schemeClr val="tx1"/>
                </a:solidFill>
                <a:prstDash val="solid"/>
              </a:ln>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09288525" name="Titolo 1"/>
          <p:cNvSpPr>
            <a:spLocks noGrp="1"/>
          </p:cNvSpPr>
          <p:nvPr>
            <p:ph type="title"/>
          </p:nvPr>
        </p:nvSpPr>
        <p:spPr bwMode="auto"/>
        <p:txBody>
          <a:bodyPr/>
          <a:lstStyle/>
          <a:p>
            <a:pPr>
              <a:defRPr/>
            </a:pPr>
            <a:r>
              <a:rPr lang="en" b="1">
                <a:solidFill>
                  <a:srgbClr val="0070C0"/>
                </a:solidFill>
                <a:latin typeface="Noto Sans"/>
                <a:ea typeface="Noto Sans"/>
                <a:cs typeface="Noto Sans"/>
              </a:rPr>
              <a:t>GRASP 2</a:t>
            </a:r>
            <a:r>
              <a:rPr lang="en"/>
              <a:t> </a:t>
            </a:r>
            <a:r>
              <a:rPr lang="en" b="1">
                <a:solidFill>
                  <a:srgbClr val="0070C0"/>
                </a:solidFill>
                <a:latin typeface="Noto Sans"/>
                <a:ea typeface="Noto Sans"/>
                <a:cs typeface="Noto Sans"/>
              </a:rPr>
              <a:t>– pure fabrication?</a:t>
            </a:r>
            <a:endParaRPr/>
          </a:p>
        </p:txBody>
      </p:sp>
      <p:sp>
        <p:nvSpPr>
          <p:cNvPr id="1177081334" name="Segnaposto contenuto 2"/>
          <p:cNvSpPr>
            <a:spLocks noGrp="1"/>
          </p:cNvSpPr>
          <p:nvPr>
            <p:ph idx="1"/>
          </p:nvPr>
        </p:nvSpPr>
        <p:spPr bwMode="auto"/>
        <p:txBody>
          <a:bodyPr/>
          <a:lstStyle/>
          <a:p>
            <a:pPr marL="0" indent="0">
              <a:buFont typeface="Arial"/>
              <a:buNone/>
              <a:defRPr/>
            </a:pPr>
            <a:r>
              <a:rPr lang="en"/>
              <a:t>Parlare dei service in quanto classi non presenti nel modello di dominio ma dedicate ad ospitare la logica di funzionamento del programma, permettendo inoltre un basso accoppiamento tra le classi coninvolte (es in BookingService gli oggetti Model non si parlano mai tra loro, avviene tutto tramite il service) </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82559450" name="Titolo 1"/>
          <p:cNvSpPr>
            <a:spLocks noGrp="1"/>
          </p:cNvSpPr>
          <p:nvPr>
            <p:ph type="title"/>
          </p:nvPr>
        </p:nvSpPr>
        <p:spPr bwMode="auto"/>
        <p:txBody>
          <a:bodyPr/>
          <a:lstStyle/>
          <a:p>
            <a:pPr>
              <a:defRPr/>
            </a:pPr>
            <a:r>
              <a:rPr lang="en" b="1">
                <a:solidFill>
                  <a:srgbClr val="0070C0"/>
                </a:solidFill>
                <a:latin typeface="Noto Sans"/>
                <a:ea typeface="Noto Sans"/>
                <a:cs typeface="Noto Sans"/>
              </a:rPr>
              <a:t>GRASP Controller</a:t>
            </a:r>
            <a:endParaRPr/>
          </a:p>
        </p:txBody>
      </p:sp>
      <p:sp>
        <p:nvSpPr>
          <p:cNvPr id="1035068394" name="Segnaposto contenuto 2"/>
          <p:cNvSpPr>
            <a:spLocks noGrp="1"/>
          </p:cNvSpPr>
          <p:nvPr>
            <p:ph idx="1"/>
          </p:nvPr>
        </p:nvSpPr>
        <p:spPr bwMode="auto"/>
        <p:txBody>
          <a:bodyPr/>
          <a:lstStyle/>
          <a:p>
            <a:pPr marL="0" indent="0">
              <a:buFont typeface="Arial"/>
              <a:buNone/>
              <a:defRPr/>
            </a:pPr>
            <a:r>
              <a:rPr lang="en"/>
              <a:t>Fare esempio con i Rest controller</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357440522" name="Titolo 1"/>
          <p:cNvSpPr>
            <a:spLocks noGrp="1"/>
          </p:cNvSpPr>
          <p:nvPr>
            <p:ph type="title"/>
          </p:nvPr>
        </p:nvSpPr>
        <p:spPr bwMode="auto"/>
        <p:txBody>
          <a:bodyPr/>
          <a:lstStyle/>
          <a:p>
            <a:pPr>
              <a:defRPr/>
            </a:pPr>
            <a:r>
              <a:rPr lang="en" b="1">
                <a:solidFill>
                  <a:srgbClr val="0070C0"/>
                </a:solidFill>
                <a:latin typeface="Noto Sans"/>
                <a:ea typeface="Noto Sans"/>
                <a:cs typeface="Noto Sans"/>
              </a:rPr>
              <a:t>SOLID 1 – dependency inversion</a:t>
            </a:r>
            <a:endParaRPr/>
          </a:p>
        </p:txBody>
      </p:sp>
      <p:sp>
        <p:nvSpPr>
          <p:cNvPr id="11527416" name="Segnaposto contenuto 2"/>
          <p:cNvSpPr>
            <a:spLocks noGrp="1"/>
          </p:cNvSpPr>
          <p:nvPr>
            <p:ph idx="1"/>
          </p:nvPr>
        </p:nvSpPr>
        <p:spPr bwMode="auto"/>
        <p:txBody>
          <a:bodyPr/>
          <a:lstStyle/>
          <a:p>
            <a:pPr marL="0" indent="0">
              <a:buFont typeface="Arial"/>
              <a:buNone/>
              <a:defRPr/>
            </a:pPr>
            <a:r>
              <a:rPr lang="en"/>
              <a:t>Inserire grafico evidenziando le interfacce intermedie utilizzate per operare astrazioni (UseCase, Repository...)</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030494025" name="Titolo 1"/>
          <p:cNvSpPr>
            <a:spLocks noGrp="1"/>
          </p:cNvSpPr>
          <p:nvPr>
            <p:ph type="title"/>
          </p:nvPr>
        </p:nvSpPr>
        <p:spPr bwMode="auto">
          <a:xfrm>
            <a:off x="838198" y="88899"/>
            <a:ext cx="10515600" cy="1325562"/>
          </a:xfrm>
        </p:spPr>
        <p:txBody>
          <a:bodyPr/>
          <a:lstStyle/>
          <a:p>
            <a:pPr>
              <a:defRPr/>
            </a:pPr>
            <a:r>
              <a:rPr lang="en" b="1">
                <a:solidFill>
                  <a:srgbClr val="0070C0"/>
                </a:solidFill>
                <a:latin typeface="Noto Sans"/>
                <a:ea typeface="Noto Sans"/>
                <a:cs typeface="Noto Sans"/>
              </a:rPr>
              <a:t>SOLID 2 – Interface segregation</a:t>
            </a:r>
            <a:endParaRPr b="1">
              <a:solidFill>
                <a:srgbClr val="0070C0"/>
              </a:solidFill>
              <a:latin typeface="Noto Sans"/>
              <a:cs typeface="Noto Sans"/>
            </a:endParaRPr>
          </a:p>
        </p:txBody>
      </p:sp>
      <p:sp>
        <p:nvSpPr>
          <p:cNvPr id="1036685012" name="Segnaposto contenuto 2"/>
          <p:cNvSpPr>
            <a:spLocks noGrp="1"/>
          </p:cNvSpPr>
          <p:nvPr>
            <p:ph idx="1"/>
          </p:nvPr>
        </p:nvSpPr>
        <p:spPr bwMode="auto">
          <a:xfrm>
            <a:off x="838198" y="1253330"/>
            <a:ext cx="10515600" cy="4351338"/>
          </a:xfrm>
        </p:spPr>
        <p:txBody>
          <a:bodyPr/>
          <a:lstStyle/>
          <a:p>
            <a:pPr marL="0" indent="0">
              <a:buFont typeface="Arial"/>
              <a:buNone/>
              <a:defRPr/>
            </a:pPr>
            <a:r>
              <a:rPr lang="en" sz="2400"/>
              <a:t>Riorganizzazione delle interfacce UseCase, implementate nei Service.</a:t>
            </a:r>
            <a:endParaRPr lang="en" sz="2400"/>
          </a:p>
          <a:p>
            <a:pPr marL="0" indent="0">
              <a:buFont typeface="Arial"/>
              <a:buNone/>
              <a:defRPr/>
            </a:pPr>
            <a:r>
              <a:rPr lang="en" sz="2400"/>
              <a:t>Le interfacce contenevano troppe funzioni, di conseguenza sono state scorporate in interfacce piú piccole</a:t>
            </a:r>
            <a:endParaRPr/>
          </a:p>
        </p:txBody>
      </p:sp>
      <p:pic>
        <p:nvPicPr>
          <p:cNvPr id="1952128078" name=""/>
          <p:cNvPicPr>
            <a:picLocks noChangeAspect="1"/>
          </p:cNvPicPr>
          <p:nvPr/>
        </p:nvPicPr>
        <p:blipFill>
          <a:blip r:embed="rId3"/>
          <a:stretch/>
        </p:blipFill>
        <p:spPr bwMode="auto">
          <a:xfrm flipH="0" flipV="0">
            <a:off x="1219199" y="2538225"/>
            <a:ext cx="2983274" cy="4157848"/>
          </a:xfrm>
          <a:prstGeom prst="rect">
            <a:avLst/>
          </a:prstGeom>
        </p:spPr>
      </p:pic>
      <p:pic>
        <p:nvPicPr>
          <p:cNvPr id="1521444426" name=""/>
          <p:cNvPicPr>
            <a:picLocks noChangeAspect="1"/>
          </p:cNvPicPr>
          <p:nvPr/>
        </p:nvPicPr>
        <p:blipFill>
          <a:blip r:embed="rId4"/>
          <a:stretch/>
        </p:blipFill>
        <p:spPr bwMode="auto">
          <a:xfrm flipH="0" flipV="0">
            <a:off x="6638924" y="2373658"/>
            <a:ext cx="2802299" cy="4322415"/>
          </a:xfrm>
          <a:prstGeom prst="rect">
            <a:avLst/>
          </a:prstGeom>
        </p:spPr>
      </p:pic>
      <p:sp>
        <p:nvSpPr>
          <p:cNvPr id="881638464" name=""/>
          <p:cNvSpPr/>
          <p:nvPr/>
        </p:nvSpPr>
        <p:spPr bwMode="auto">
          <a:xfrm rot="0" flipH="0" flipV="0">
            <a:off x="4431074" y="3758024"/>
            <a:ext cx="1819274" cy="1257299"/>
          </a:xfrm>
          <a:prstGeom prst="rightArrow">
            <a:avLst>
              <a:gd name="adj1" fmla="val 50000"/>
              <a:gd name="adj2" fmla="val 50000"/>
            </a:avLst>
          </a:prstGeom>
          <a:solidFill>
            <a:srgbClr val="92D050"/>
          </a:solidFill>
          <a:ln w="12700" cap="flat" cmpd="sng" algn="ctr">
            <a:solidFill>
              <a:srgbClr val="00B050"/>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930386534" name="Titolo 1"/>
          <p:cNvSpPr>
            <a:spLocks noGrp="1"/>
          </p:cNvSpPr>
          <p:nvPr>
            <p:ph type="title"/>
          </p:nvPr>
        </p:nvSpPr>
        <p:spPr bwMode="auto"/>
        <p:txBody>
          <a:bodyPr/>
          <a:lstStyle/>
          <a:p>
            <a:pPr>
              <a:defRPr/>
            </a:pPr>
            <a:r>
              <a:rPr lang="en" b="1">
                <a:solidFill>
                  <a:srgbClr val="0070C0"/>
                </a:solidFill>
                <a:latin typeface="Noto Sans"/>
                <a:ea typeface="Noto Sans"/>
                <a:cs typeface="Noto Sans"/>
              </a:rPr>
              <a:t>GoF –</a:t>
            </a:r>
            <a:r>
              <a:rPr lang="en" b="1">
                <a:solidFill>
                  <a:srgbClr val="0070C0"/>
                </a:solidFill>
                <a:latin typeface="Noto Sans"/>
                <a:ea typeface="Noto Sans"/>
                <a:cs typeface="Noto Sans"/>
              </a:rPr>
              <a:t> </a:t>
            </a:r>
            <a:r>
              <a:rPr lang="en" b="1">
                <a:solidFill>
                  <a:srgbClr val="0070C0"/>
                </a:solidFill>
                <a:latin typeface="Noto Sans"/>
                <a:ea typeface="Noto Sans"/>
                <a:cs typeface="Noto Sans"/>
              </a:rPr>
              <a:t>repository/adapter/convert exception</a:t>
            </a:r>
            <a:endParaRPr/>
          </a:p>
        </p:txBody>
      </p:sp>
      <p:sp>
        <p:nvSpPr>
          <p:cNvPr id="2042120472" name="Segnaposto contenuto 2"/>
          <p:cNvSpPr>
            <a:spLocks noGrp="1"/>
          </p:cNvSpPr>
          <p:nvPr>
            <p:ph idx="1"/>
          </p:nvPr>
        </p:nvSpPr>
        <p:spPr bwMode="auto"/>
        <p:txBody>
          <a:bodyPr/>
          <a:lstStyle/>
          <a:p>
            <a:pPr marL="0" indent="0">
              <a:buFont typeface="Arial"/>
              <a:buNone/>
              <a:defRPr/>
            </a:pPr>
            <a:r>
              <a:rPr lang="en"/>
              <a:t>Valutare quale inserire, preferirei repository cosí possiamo spiegare come viene gestita la persistenza con le Repository, jpaRepository e oggetti Entity</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01512935" name="Titolo 1"/>
          <p:cNvSpPr>
            <a:spLocks noGrp="1"/>
          </p:cNvSpPr>
          <p:nvPr>
            <p:ph type="title"/>
          </p:nvPr>
        </p:nvSpPr>
        <p:spPr bwMode="auto">
          <a:xfrm>
            <a:off x="838198" y="88898"/>
            <a:ext cx="10515600" cy="1325561"/>
          </a:xfrm>
        </p:spPr>
        <p:txBody>
          <a:bodyPr/>
          <a:lstStyle/>
          <a:p>
            <a:pPr>
              <a:defRPr/>
            </a:pPr>
            <a:r>
              <a:rPr lang="en" b="1">
                <a:solidFill>
                  <a:srgbClr val="0070C0"/>
                </a:solidFill>
                <a:latin typeface="Noto Sans"/>
                <a:ea typeface="Noto Sans"/>
                <a:cs typeface="Noto Sans"/>
              </a:rPr>
              <a:t>Testing White Box – createVisitPlan()</a:t>
            </a:r>
            <a:endParaRPr b="1">
              <a:solidFill>
                <a:srgbClr val="0070C0"/>
              </a:solidFill>
              <a:latin typeface="Noto Sans"/>
              <a:cs typeface="Noto Sans"/>
            </a:endParaRPr>
          </a:p>
        </p:txBody>
      </p:sp>
      <p:sp>
        <p:nvSpPr>
          <p:cNvPr id="749890870" name="Segnaposto contenuto 2"/>
          <p:cNvSpPr>
            <a:spLocks noGrp="1"/>
          </p:cNvSpPr>
          <p:nvPr>
            <p:ph idx="1"/>
          </p:nvPr>
        </p:nvSpPr>
        <p:spPr bwMode="auto">
          <a:xfrm>
            <a:off x="838198" y="1253329"/>
            <a:ext cx="10515600" cy="4351338"/>
          </a:xfrm>
        </p:spPr>
        <p:txBody>
          <a:bodyPr/>
          <a:lstStyle/>
          <a:p>
            <a:pPr marL="0" indent="0">
              <a:buFont typeface="Arial"/>
              <a:buNone/>
              <a:defRPr/>
            </a:pPr>
            <a:r>
              <a:rPr lang="en"/>
              <a:t>Data l’esigenza di eseguire piú refactoring sul metodo createVisitPlan() in VisitPlanService (vedi a slide NN ), prima di operare é stato necessario definire diversi casi di test in modo da verificare che l’algoritmo si comportasse sempre alla stessa maniera.</a:t>
            </a:r>
            <a:endParaRPr lang="en"/>
          </a:p>
          <a:p>
            <a:pPr marL="0" indent="0">
              <a:buFont typeface="Arial"/>
              <a:buNone/>
              <a:defRPr/>
            </a:pPr>
            <a:r>
              <a:rPr lang="en"/>
              <a:t>Di seguito il grafo che descrive il funzionamento generale dell’algoritmo con i casi di test individuati</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3287186" name="Titolo 1"/>
          <p:cNvSpPr>
            <a:spLocks noGrp="1"/>
          </p:cNvSpPr>
          <p:nvPr>
            <p:ph type="title"/>
          </p:nvPr>
        </p:nvSpPr>
        <p:spPr bwMode="auto">
          <a:xfrm>
            <a:off x="838198" y="88898"/>
            <a:ext cx="10515600" cy="1325561"/>
          </a:xfrm>
        </p:spPr>
        <p:txBody>
          <a:bodyPr/>
          <a:lstStyle/>
          <a:p>
            <a:pPr>
              <a:defRPr/>
            </a:pPr>
            <a:r>
              <a:rPr lang="en" b="1">
                <a:solidFill>
                  <a:srgbClr val="0070C0"/>
                </a:solidFill>
                <a:latin typeface="Noto Sans"/>
                <a:ea typeface="Noto Sans"/>
                <a:cs typeface="Noto Sans"/>
              </a:rPr>
              <a:t>Testing White Box – createVisitPlan()</a:t>
            </a:r>
            <a:endParaRPr b="1">
              <a:solidFill>
                <a:srgbClr val="0070C0"/>
              </a:solidFill>
              <a:latin typeface="Noto Sans"/>
              <a:cs typeface="Noto Sans"/>
            </a:endParaRPr>
          </a:p>
        </p:txBody>
      </p:sp>
      <p:sp>
        <p:nvSpPr>
          <p:cNvPr id="866016577" name="Segnaposto contenuto 2"/>
          <p:cNvSpPr>
            <a:spLocks noGrp="1"/>
          </p:cNvSpPr>
          <p:nvPr>
            <p:ph idx="1"/>
          </p:nvPr>
        </p:nvSpPr>
        <p:spPr bwMode="auto">
          <a:xfrm>
            <a:off x="838198" y="1253329"/>
            <a:ext cx="10515600" cy="4351338"/>
          </a:xfrm>
        </p:spPr>
        <p:txBody>
          <a:bodyPr/>
          <a:lstStyle/>
          <a:p>
            <a:pPr>
              <a:defRPr/>
            </a:pPr>
            <a:r>
              <a:rPr lang="en"/>
              <a:t>Grafo completo algoritmo</a:t>
            </a:r>
            <a:endParaRPr lang="en"/>
          </a:p>
          <a:p>
            <a:pPr>
              <a:defRPr/>
            </a:pPr>
            <a:r>
              <a:rPr lang="en"/>
              <a:t>OPPURE</a:t>
            </a:r>
            <a:endParaRPr lang="en"/>
          </a:p>
          <a:p>
            <a:pPr>
              <a:defRPr/>
            </a:pPr>
            <a:r>
              <a:rPr lang="en"/>
              <a:t>Grafo algoritmo parte assegnazione visita: visita non assegnata, visita assegnata (unico volontario disponibile), visita assegnata (piú volontari disponibili)</a:t>
            </a:r>
            <a:endParaRPr lang="en"/>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096099147" name="Titolo 1"/>
          <p:cNvSpPr>
            <a:spLocks noGrp="1"/>
          </p:cNvSpPr>
          <p:nvPr>
            <p:ph type="title"/>
          </p:nvPr>
        </p:nvSpPr>
        <p:spPr bwMode="auto">
          <a:xfrm flipH="0" flipV="0">
            <a:off x="838198" y="365123"/>
            <a:ext cx="5555216" cy="1325561"/>
          </a:xfrm>
        </p:spPr>
        <p:txBody>
          <a:bodyPr/>
          <a:lstStyle/>
          <a:p>
            <a:pPr>
              <a:defRPr/>
            </a:pPr>
            <a:r>
              <a:rPr lang="en" b="1">
                <a:solidFill>
                  <a:srgbClr val="0070C0"/>
                </a:solidFill>
                <a:latin typeface="Noto Sans"/>
                <a:ea typeface="Noto Sans"/>
                <a:cs typeface="Noto Sans"/>
              </a:rPr>
              <a:t>Refactor</a:t>
            </a:r>
            <a:r>
              <a:rPr lang="en" b="1">
                <a:solidFill>
                  <a:srgbClr val="0070C0"/>
                </a:solidFill>
                <a:latin typeface="Noto Sans"/>
                <a:ea typeface="Noto Sans"/>
                <a:cs typeface="Noto Sans"/>
              </a:rPr>
              <a:t>ing</a:t>
            </a:r>
            <a:endParaRPr/>
          </a:p>
        </p:txBody>
      </p:sp>
      <p:sp>
        <p:nvSpPr>
          <p:cNvPr id="1409869903" name="Segnaposto contenuto 2"/>
          <p:cNvSpPr>
            <a:spLocks noGrp="1"/>
          </p:cNvSpPr>
          <p:nvPr>
            <p:ph idx="1"/>
          </p:nvPr>
        </p:nvSpPr>
        <p:spPr bwMode="auto"/>
        <p:txBody>
          <a:bodyPr/>
          <a:lstStyle/>
          <a:p>
            <a:pPr marL="0" indent="0">
              <a:buFont typeface="Arial"/>
              <a:buNone/>
              <a:defRPr/>
            </a:pPr>
            <a:r>
              <a:rPr lang="en"/>
              <a:t>Il refactoring della classe VisitPlanService si é reso necessario perché:</a:t>
            </a:r>
            <a:endParaRPr lang="en"/>
          </a:p>
          <a:p>
            <a:pPr>
              <a:defRPr/>
            </a:pPr>
            <a:r>
              <a:rPr lang="en"/>
              <a:t>contiene l’algoritmo fondamentale per il funzionamento del programma</a:t>
            </a:r>
            <a:endParaRPr lang="en"/>
          </a:p>
          <a:p>
            <a:pPr>
              <a:defRPr/>
            </a:pPr>
            <a:r>
              <a:rPr lang="en"/>
              <a:t>é probabile che possa subire modifiche/aggiunte in futuro</a:t>
            </a:r>
            <a:endParaRPr lang="en"/>
          </a:p>
          <a:p>
            <a:pPr>
              <a:defRPr/>
            </a:pPr>
            <a:r>
              <a:rPr lang="en"/>
              <a:t>combina molte informazioni diverse: visite, tipi di visite, date non disponibili, volontari e relative disponibilitá</a:t>
            </a:r>
            <a:endParaRPr lang="en"/>
          </a:p>
          <a:p>
            <a:pPr marL="0" indent="0">
              <a:buFont typeface="Arial"/>
              <a:buNone/>
              <a:defRPr/>
            </a:pPr>
            <a:r>
              <a:rPr lang="en"/>
              <a:t>Di seguito i pattern di refactoring applicati</a:t>
            </a:r>
            <a:endParaRPr/>
          </a:p>
        </p:txBody>
      </p:sp>
      <p:sp>
        <p:nvSpPr>
          <p:cNvPr id="13678555" name=""/>
          <p:cNvSpPr txBox="1"/>
          <p:nvPr/>
        </p:nvSpPr>
        <p:spPr bwMode="auto">
          <a:xfrm rot="0" flipH="0" flipV="0">
            <a:off x="5753406" y="844844"/>
            <a:ext cx="5851705" cy="51851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ctr">
              <a:defRPr/>
            </a:pPr>
            <a:r>
              <a:rPr lang="en" sz="2800" b="1">
                <a:solidFill>
                  <a:srgbClr val="0070C0"/>
                </a:solidFill>
                <a:latin typeface="DejaVu Sans Condensed"/>
                <a:ea typeface="DejaVu Sans Condensed"/>
                <a:cs typeface="DejaVu Sans Condensed"/>
              </a:rPr>
              <a:t>Caso di VisitPlanService</a:t>
            </a:r>
            <a:endParaRPr b="1">
              <a:solidFill>
                <a:srgbClr val="0070C0"/>
              </a:solidFil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94625769" name="Titolo 1"/>
          <p:cNvSpPr>
            <a:spLocks noGrp="1"/>
          </p:cNvSpPr>
          <p:nvPr>
            <p:ph type="title"/>
          </p:nvPr>
        </p:nvSpPr>
        <p:spPr bwMode="auto">
          <a:xfrm>
            <a:off x="839459" y="37802"/>
            <a:ext cx="10515600" cy="1325562"/>
          </a:xfrm>
        </p:spPr>
        <p:txBody>
          <a:bodyPr/>
          <a:lstStyle/>
          <a:p>
            <a:pPr>
              <a:defRPr/>
            </a:pPr>
            <a:r>
              <a:rPr lang="en" b="1">
                <a:solidFill>
                  <a:srgbClr val="0070C0"/>
                </a:solidFill>
                <a:latin typeface="Noto Sans"/>
                <a:ea typeface="Noto Sans"/>
                <a:cs typeface="Noto Sans"/>
              </a:rPr>
              <a:t>Refactoring</a:t>
            </a:r>
            <a:endParaRPr b="1">
              <a:solidFill>
                <a:srgbClr val="0070C0"/>
              </a:solidFill>
              <a:latin typeface="Noto Sans"/>
              <a:cs typeface="Noto Sans"/>
            </a:endParaRPr>
          </a:p>
        </p:txBody>
      </p:sp>
      <p:sp>
        <p:nvSpPr>
          <p:cNvPr id="755363798" name=""/>
          <p:cNvSpPr txBox="1"/>
          <p:nvPr/>
        </p:nvSpPr>
        <p:spPr bwMode="auto">
          <a:xfrm rot="0" flipH="0" flipV="0">
            <a:off x="4915206" y="441324"/>
            <a:ext cx="5860344" cy="51851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ctr">
              <a:defRPr/>
            </a:pPr>
            <a:r>
              <a:rPr lang="en" sz="2800" b="1">
                <a:solidFill>
                  <a:srgbClr val="0070C0"/>
                </a:solidFill>
                <a:latin typeface="DejaVu Sans Condensed"/>
                <a:ea typeface="DejaVu Sans Condensed"/>
                <a:cs typeface="DejaVu Sans Condensed"/>
              </a:rPr>
              <a:t>Extract Method - 1</a:t>
            </a:r>
            <a:endParaRPr b="1">
              <a:solidFill>
                <a:srgbClr val="0070C0"/>
              </a:solidFill>
            </a:endParaRPr>
          </a:p>
        </p:txBody>
      </p:sp>
      <p:sp>
        <p:nvSpPr>
          <p:cNvPr id="2100962946" name=""/>
          <p:cNvSpPr txBox="1"/>
          <p:nvPr/>
        </p:nvSpPr>
        <p:spPr bwMode="auto">
          <a:xfrm rot="0" flipH="0" flipV="0">
            <a:off x="457916" y="1160462"/>
            <a:ext cx="11276167" cy="2524456"/>
          </a:xfrm>
          <a:prstGeom prst="roundRect">
            <a:avLst>
              <a:gd name="adj" fmla="val 5796"/>
            </a:avLst>
          </a:prstGeom>
          <a:solidFill>
            <a:schemeClr val="bg1">
              <a:alpha val="49999"/>
            </a:schemeClr>
          </a:solidFill>
          <a:ln w="12699">
            <a:solidFill>
              <a:schemeClr val="tx1"/>
            </a:solidFill>
            <a:prstDash val="solid"/>
          </a:ln>
        </p:spPr>
        <p:txBody>
          <a:bodyPr vertOverflow="overflow" horzOverflow="overflow" vert="horz" wrap="square" lIns="91440" tIns="45720" rIns="91440" bIns="45720" numCol="1" spcCol="0" rtlCol="0" fromWordArt="0" anchor="t" anchorCtr="0" forceAA="0" upright="0" compatLnSpc="0">
            <a:spAutoFit/>
          </a:bodyPr>
          <a:p>
            <a:pPr>
              <a:defRPr/>
            </a:pPr>
            <a:r>
              <a:rPr lang="it-IT" sz="1400" b="0" i="0" u="none" strike="noStrike" cap="none" spc="0">
                <a:solidFill>
                  <a:schemeClr val="tx1"/>
                </a:solidFill>
                <a:latin typeface="Liberation Mono"/>
                <a:ea typeface="Liberation Mono"/>
                <a:cs typeface="Liberation Mono"/>
              </a:rPr>
              <a:t>for (Visit visit : monthVisits) {</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LocalDate day = visit.getDate();</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List&lt;User&gt; availableVolunteers = new ArrayList&lt;&gt;();</a:t>
            </a:r>
            <a:endParaRPr sz="1400" b="0" i="0" u="none" strike="noStrike" cap="none" spc="0">
              <a:solidFill>
                <a:schemeClr val="tx1"/>
              </a:solidFill>
              <a:latin typeface="Liberation Mono"/>
              <a:cs typeface="Liberation Mono"/>
            </a:endParaRPr>
          </a:p>
          <a:p>
            <a:pPr>
              <a:defRPr/>
            </a:pP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 aggiunge alla lista availableVolunteers tutti i volontari che hanno dato</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 disponibilitá per il</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 giorno 'day'</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monthAvailabilities.stream().filter(av -&gt; av.getAvailableDate().equals(day)) //</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 mappa le disponibilitá VolunteerAvailableDate con gli oggetti USER volontari</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.map(av -&gt; volunteerById(av.getVolunteerId(), volunteers)) //</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.forEach(availableVolunteers::add);</a:t>
            </a:r>
            <a:endParaRPr/>
          </a:p>
        </p:txBody>
      </p:sp>
      <p:sp>
        <p:nvSpPr>
          <p:cNvPr id="1273657454" name=""/>
          <p:cNvSpPr txBox="1"/>
          <p:nvPr/>
        </p:nvSpPr>
        <p:spPr bwMode="auto">
          <a:xfrm rot="0" flipH="0" flipV="0">
            <a:off x="457916" y="3827462"/>
            <a:ext cx="11278686" cy="2966174"/>
          </a:xfrm>
          <a:prstGeom prst="roundRect">
            <a:avLst>
              <a:gd name="adj" fmla="val 5796"/>
            </a:avLst>
          </a:prstGeom>
          <a:solidFill>
            <a:schemeClr val="bg1">
              <a:alpha val="49999"/>
            </a:schemeClr>
          </a:solidFill>
          <a:ln w="12699">
            <a:solidFill>
              <a:schemeClr val="tx1"/>
            </a:solidFill>
            <a:prstDash val="solid"/>
          </a:ln>
        </p:spPr>
        <p:txBody>
          <a:bodyPr vertOverflow="overflow" horzOverflow="overflow" vert="horz" wrap="square" lIns="91440" tIns="45720" rIns="91440" bIns="45720" numCol="1" spcCol="0" rtlCol="0" fromWordArt="0" anchor="t" anchorCtr="0" forceAA="0" upright="0" compatLnSpc="0">
            <a:spAutoFit/>
          </a:bodyPr>
          <a:p>
            <a:pPr>
              <a:defRPr/>
            </a:pPr>
            <a:r>
              <a:rPr lang="en" sz="1400" b="0" i="0" u="none" strike="noStrike" cap="none" spc="0">
                <a:solidFill>
                  <a:schemeClr val="tx1"/>
                </a:solidFill>
                <a:latin typeface="Liberation Mono"/>
                <a:ea typeface="Liberation Mono"/>
                <a:cs typeface="Liberation Mono"/>
              </a:rPr>
              <a:t>for (Visit visit : nextMonthSortedVisits) {</a:t>
            </a:r>
            <a:endParaRPr sz="1400" b="0" i="0" u="none" strike="noStrike" cap="none" spc="0">
              <a:solidFill>
                <a:schemeClr val="tx1"/>
              </a:solidFill>
              <a:latin typeface="Liberation Mono"/>
              <a:cs typeface="Liberation Mono"/>
            </a:endParaRPr>
          </a:p>
          <a:p>
            <a:pPr>
              <a:defRPr/>
            </a:pPr>
            <a:r>
              <a:rPr lang="en" sz="1400" b="0" i="0" u="none" strike="noStrike" cap="none" spc="0">
                <a:solidFill>
                  <a:schemeClr val="tx1"/>
                </a:solidFill>
                <a:latin typeface="Liberation Mono"/>
                <a:ea typeface="Liberation Mono"/>
                <a:cs typeface="Liberation Mono"/>
              </a:rPr>
              <a:t>    List&lt;Integer&gt; availableVolunteerIds = </a:t>
            </a:r>
            <a:endParaRPr sz="1400" b="0" i="0" u="none" strike="noStrike" cap="none" spc="0">
              <a:solidFill>
                <a:schemeClr val="tx1"/>
              </a:solidFill>
              <a:latin typeface="Liberation Mono"/>
              <a:cs typeface="Liberation Mono"/>
            </a:endParaRPr>
          </a:p>
          <a:p>
            <a:pPr>
              <a:defRPr/>
            </a:pPr>
            <a:r>
              <a:rPr lang="en" sz="1400" b="0" i="0" u="none" strike="noStrike" cap="none" spc="0">
                <a:solidFill>
                  <a:schemeClr val="tx1"/>
                </a:solidFill>
                <a:latin typeface="Liberation Mono"/>
                <a:ea typeface="Liberation Mono"/>
                <a:cs typeface="Liberation Mono"/>
              </a:rPr>
              <a:t>	getAvailableVolunteersForVisitDate(visit, volunteerAvailabilitiesNextMonth);</a:t>
            </a:r>
            <a:endParaRPr sz="1400">
              <a:latin typeface="Liberation Mono"/>
              <a:cs typeface="Liberation Mono"/>
            </a:endParaRPr>
          </a:p>
          <a:p>
            <a:pPr>
              <a:defRPr/>
            </a:pPr>
            <a:r>
              <a:rPr lang="en" sz="1400" b="0" i="0" u="none" strike="noStrike" cap="none" spc="0">
                <a:solidFill>
                  <a:schemeClr val="tx1"/>
                </a:solidFill>
                <a:latin typeface="Liberation Mono"/>
                <a:ea typeface="Liberation Mono"/>
                <a:cs typeface="Liberation Mono"/>
              </a:rPr>
              <a:t>...</a:t>
            </a:r>
            <a:endParaRPr sz="1400">
              <a:latin typeface="Liberation Mono"/>
              <a:cs typeface="Liberation Mono"/>
            </a:endParaRPr>
          </a:p>
          <a:p>
            <a:pPr>
              <a:defRPr/>
            </a:pPr>
            <a:endParaRPr sz="1400">
              <a:latin typeface="Liberation Mono"/>
              <a:cs typeface="Liberation Mono"/>
            </a:endParaRPr>
          </a:p>
          <a:p>
            <a:pPr>
              <a:defRPr/>
            </a:pPr>
            <a:r>
              <a:rPr lang="en" sz="1400" b="0" i="0" u="none" strike="noStrike" cap="none" spc="0">
                <a:solidFill>
                  <a:schemeClr val="tx1"/>
                </a:solidFill>
                <a:latin typeface="Liberation Mono"/>
                <a:ea typeface="Liberation Mono"/>
                <a:cs typeface="Liberation Mono"/>
              </a:rPr>
              <a:t>private List&lt;Integer&gt; getAvailableVolunteersForVisitDate(Visit visit, List&lt;VolunteerAvailableDate&gt; volunteerAvailabilitiesNextMonth) {</a:t>
            </a:r>
            <a:endParaRPr sz="1400" b="0" i="0" u="none" strike="noStrike" cap="none" spc="0">
              <a:solidFill>
                <a:schemeClr val="tx1"/>
              </a:solidFill>
              <a:latin typeface="Liberation Mono"/>
              <a:cs typeface="Liberation Mono"/>
            </a:endParaRPr>
          </a:p>
          <a:p>
            <a:pPr>
              <a:defRPr/>
            </a:pPr>
            <a:r>
              <a:rPr lang="en" sz="1400" b="0" i="0" u="none" strike="noStrike" cap="none" spc="0">
                <a:solidFill>
                  <a:schemeClr val="tx1"/>
                </a:solidFill>
                <a:latin typeface="Liberation Mono"/>
                <a:ea typeface="Liberation Mono"/>
                <a:cs typeface="Liberation Mono"/>
              </a:rPr>
              <a:t>        return volunteerAvailabilitiesNextMonth.stream() //</a:t>
            </a:r>
            <a:endParaRPr sz="1400" b="0" i="0" u="none" strike="noStrike" cap="none" spc="0">
              <a:solidFill>
                <a:schemeClr val="tx1"/>
              </a:solidFill>
              <a:latin typeface="Liberation Mono"/>
              <a:cs typeface="Liberation Mono"/>
            </a:endParaRPr>
          </a:p>
          <a:p>
            <a:pPr>
              <a:defRPr/>
            </a:pPr>
            <a:r>
              <a:rPr lang="en" sz="1400" b="0" i="0" u="none" strike="noStrike" cap="none" spc="0">
                <a:solidFill>
                  <a:schemeClr val="tx1"/>
                </a:solidFill>
                <a:latin typeface="Liberation Mono"/>
                <a:ea typeface="Liberation Mono"/>
                <a:cs typeface="Liberation Mono"/>
              </a:rPr>
              <a:t>                .filter(volunteerAvailableDate -&gt; volunteerAvailableDate.getAvailableDate().equals(visit.getDate())) //</a:t>
            </a:r>
            <a:endParaRPr sz="1400" b="0" i="0" u="none" strike="noStrike" cap="none" spc="0">
              <a:solidFill>
                <a:schemeClr val="tx1"/>
              </a:solidFill>
              <a:latin typeface="Liberation Mono"/>
              <a:cs typeface="Liberation Mono"/>
            </a:endParaRPr>
          </a:p>
          <a:p>
            <a:pPr>
              <a:defRPr/>
            </a:pPr>
            <a:r>
              <a:rPr lang="en" sz="1400" b="0" i="0" u="none" strike="noStrike" cap="none" spc="0">
                <a:solidFill>
                  <a:schemeClr val="tx1"/>
                </a:solidFill>
                <a:latin typeface="Liberation Mono"/>
                <a:ea typeface="Liberation Mono"/>
                <a:cs typeface="Liberation Mono"/>
              </a:rPr>
              <a:t>                .map(VolunteerAvailableDate::getVolunteerId) //</a:t>
            </a:r>
            <a:endParaRPr sz="1400" b="0" i="0" u="none" strike="noStrike" cap="none" spc="0">
              <a:solidFill>
                <a:schemeClr val="tx1"/>
              </a:solidFill>
              <a:latin typeface="Liberation Mono"/>
              <a:cs typeface="Liberation Mono"/>
            </a:endParaRPr>
          </a:p>
          <a:p>
            <a:pPr>
              <a:defRPr/>
            </a:pPr>
            <a:r>
              <a:rPr lang="en" sz="1400" b="0" i="0" u="none" strike="noStrike" cap="none" spc="0">
                <a:solidFill>
                  <a:schemeClr val="tx1"/>
                </a:solidFill>
                <a:latin typeface="Liberation Mono"/>
                <a:ea typeface="Liberation Mono"/>
                <a:cs typeface="Liberation Mono"/>
              </a:rPr>
              <a:t>                .collect(Collectors.toList());</a:t>
            </a:r>
            <a:endParaRPr sz="1400" b="0" i="0" u="none" strike="noStrike" cap="none" spc="0">
              <a:solidFill>
                <a:schemeClr val="tx1"/>
              </a:solidFill>
              <a:latin typeface="Liberation Mono"/>
              <a:cs typeface="Liberation Mono"/>
            </a:endParaRPr>
          </a:p>
          <a:p>
            <a:pPr>
              <a:defRPr/>
            </a:pPr>
            <a:r>
              <a:rPr lang="en" sz="1400" b="0" i="0" u="none" strike="noStrike" cap="none" spc="0">
                <a:solidFill>
                  <a:schemeClr val="tx1"/>
                </a:solidFill>
                <a:latin typeface="Liberation Mono"/>
                <a:ea typeface="Liberation Mono"/>
                <a:cs typeface="Liberation Mono"/>
              </a:rPr>
              <a:t>    }</a:t>
            </a:r>
            <a:endParaRPr sz="1800"/>
          </a:p>
        </p:txBody>
      </p:sp>
      <p:sp>
        <p:nvSpPr>
          <p:cNvPr id="1736325182" name=""/>
          <p:cNvSpPr txBox="1"/>
          <p:nvPr/>
        </p:nvSpPr>
        <p:spPr bwMode="auto">
          <a:xfrm rot="0" flipH="0" flipV="0">
            <a:off x="9679349" y="1269043"/>
            <a:ext cx="1995238" cy="640440"/>
          </a:xfrm>
          <a:prstGeom prst="rect">
            <a:avLst/>
          </a:prstGeom>
          <a:noFill/>
        </p:spPr>
        <p:txBody>
          <a:bodyPr vertOverflow="overflow" horzOverflow="overflow" vert="horz" wrap="square" lIns="91440" tIns="45720" rIns="91440" bIns="45720" numCol="1" spcCol="0" rtlCol="0" fromWordArt="0" anchor="ctr" anchorCtr="0" forceAA="0" upright="0" compatLnSpc="0">
            <a:spAutoFit/>
          </a:bodyPr>
          <a:p>
            <a:pPr algn="ctr">
              <a:defRPr/>
            </a:pPr>
            <a:r>
              <a:rPr lang="en" sz="3600" b="1">
                <a:ln w="6349">
                  <a:solidFill>
                    <a:srgbClr val="000000"/>
                  </a:solidFill>
                  <a:prstDash val="solid"/>
                </a:ln>
                <a:solidFill>
                  <a:schemeClr val="accent2">
                    <a:lumMod val="75000"/>
                  </a:schemeClr>
                </a:solidFill>
                <a:latin typeface="Cantarell Extra Bold"/>
                <a:ea typeface="Cantarell Extra Bold"/>
                <a:cs typeface="Cantarell Extra Bold"/>
              </a:rPr>
              <a:t>PRIMA</a:t>
            </a:r>
            <a:endParaRPr>
              <a:ln w="6349">
                <a:solidFill>
                  <a:schemeClr val="tx1"/>
                </a:solidFill>
                <a:prstDash val="solid"/>
              </a:ln>
            </a:endParaRPr>
          </a:p>
        </p:txBody>
      </p:sp>
      <p:sp>
        <p:nvSpPr>
          <p:cNvPr id="744925092" name=""/>
          <p:cNvSpPr txBox="1"/>
          <p:nvPr/>
        </p:nvSpPr>
        <p:spPr bwMode="auto">
          <a:xfrm rot="0" flipH="0" flipV="0">
            <a:off x="9679349" y="3920157"/>
            <a:ext cx="1998837" cy="640440"/>
          </a:xfrm>
          <a:prstGeom prst="rect">
            <a:avLst/>
          </a:prstGeom>
          <a:noFill/>
        </p:spPr>
        <p:txBody>
          <a:bodyPr vertOverflow="overflow" horzOverflow="overflow" vert="horz" wrap="square" lIns="91440" tIns="45720" rIns="91440" bIns="45720" numCol="1" spcCol="0" rtlCol="0" fromWordArt="0" anchor="ctr" anchorCtr="0" forceAA="0" upright="0" compatLnSpc="0">
            <a:spAutoFit/>
          </a:bodyPr>
          <a:p>
            <a:pPr algn="ctr">
              <a:defRPr/>
            </a:pPr>
            <a:r>
              <a:rPr lang="en" sz="3600" b="1">
                <a:ln w="6349">
                  <a:solidFill>
                    <a:srgbClr val="000000"/>
                  </a:solidFill>
                  <a:prstDash val="solid"/>
                </a:ln>
                <a:solidFill>
                  <a:srgbClr val="92D050"/>
                </a:solidFill>
                <a:latin typeface="Cantarell Extra Bold"/>
                <a:ea typeface="Cantarell Extra Bold"/>
                <a:cs typeface="Cantarell Extra Bold"/>
              </a:rPr>
              <a:t>DOPO</a:t>
            </a:r>
            <a:endParaRPr>
              <a:ln w="6349">
                <a:solidFill>
                  <a:schemeClr val="tx1"/>
                </a:solidFill>
                <a:prstDash val="solid"/>
              </a:ln>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51672959" name="Titolo 1"/>
          <p:cNvSpPr>
            <a:spLocks noGrp="1"/>
          </p:cNvSpPr>
          <p:nvPr>
            <p:ph type="title"/>
          </p:nvPr>
        </p:nvSpPr>
        <p:spPr bwMode="auto">
          <a:xfrm>
            <a:off x="838198" y="37802"/>
            <a:ext cx="10515600" cy="1325562"/>
          </a:xfrm>
        </p:spPr>
        <p:txBody>
          <a:bodyPr/>
          <a:lstStyle/>
          <a:p>
            <a:pPr>
              <a:defRPr/>
            </a:pPr>
            <a:r>
              <a:rPr lang="en" b="1">
                <a:solidFill>
                  <a:srgbClr val="0070C0"/>
                </a:solidFill>
                <a:latin typeface="Noto Sans"/>
                <a:ea typeface="Noto Sans"/>
                <a:cs typeface="Noto Sans"/>
              </a:rPr>
              <a:t>Refactoring</a:t>
            </a:r>
            <a:endParaRPr b="1">
              <a:solidFill>
                <a:srgbClr val="0070C0"/>
              </a:solidFill>
              <a:latin typeface="Noto Sans"/>
              <a:cs typeface="Noto Sans"/>
            </a:endParaRPr>
          </a:p>
        </p:txBody>
      </p:sp>
      <p:sp>
        <p:nvSpPr>
          <p:cNvPr id="436853190" name=""/>
          <p:cNvSpPr txBox="1"/>
          <p:nvPr/>
        </p:nvSpPr>
        <p:spPr bwMode="auto">
          <a:xfrm rot="0" flipH="0" flipV="0">
            <a:off x="4383448" y="471802"/>
            <a:ext cx="7416345" cy="45755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ctr">
              <a:defRPr/>
            </a:pPr>
            <a:r>
              <a:rPr lang="en" sz="2400" b="1">
                <a:solidFill>
                  <a:srgbClr val="0070C0"/>
                </a:solidFill>
                <a:latin typeface="DejaVu Sans Condensed"/>
                <a:ea typeface="DejaVu Sans Condensed"/>
                <a:cs typeface="DejaVu Sans Condensed"/>
              </a:rPr>
              <a:t>Extract Method - 2 + semplificazione logica</a:t>
            </a:r>
            <a:endParaRPr sz="1400" b="1">
              <a:solidFill>
                <a:srgbClr val="0070C0"/>
              </a:solidFill>
            </a:endParaRPr>
          </a:p>
        </p:txBody>
      </p:sp>
      <p:sp>
        <p:nvSpPr>
          <p:cNvPr id="234956284" name=""/>
          <p:cNvSpPr txBox="1"/>
          <p:nvPr/>
        </p:nvSpPr>
        <p:spPr bwMode="auto">
          <a:xfrm rot="0" flipH="0" flipV="0">
            <a:off x="457913" y="1160460"/>
            <a:ext cx="11635248" cy="4291325"/>
          </a:xfrm>
          <a:prstGeom prst="roundRect">
            <a:avLst>
              <a:gd name="adj" fmla="val 5796"/>
            </a:avLst>
          </a:prstGeom>
          <a:solidFill>
            <a:schemeClr val="bg1">
              <a:alpha val="49999"/>
            </a:schemeClr>
          </a:solidFill>
          <a:ln w="12699">
            <a:solidFill>
              <a:schemeClr val="tx1"/>
            </a:solidFill>
            <a:prstDash val="solid"/>
          </a:ln>
        </p:spPr>
        <p:txBody>
          <a:bodyPr vertOverflow="overflow" horzOverflow="overflow" vert="horz" wrap="square" lIns="91440" tIns="45720" rIns="91440" bIns="45720" numCol="1" spcCol="0" rtlCol="0" fromWordArt="0" anchor="t" anchorCtr="0" forceAA="0" upright="0" compatLnSpc="0">
            <a:spAutoFit/>
          </a:bodyPr>
          <a:p>
            <a:pPr>
              <a:defRPr/>
            </a:pPr>
            <a:r>
              <a:rPr lang="it-IT" sz="1400" b="0" i="0" u="none" strike="noStrike" cap="none" spc="0">
                <a:solidFill>
                  <a:schemeClr val="tx1"/>
                </a:solidFill>
                <a:latin typeface="Liberation Mono"/>
                <a:ea typeface="Liberation Mono"/>
                <a:cs typeface="Liberation Mono"/>
              </a:rPr>
              <a:t>if (availableVolunteers.isEmpty()) {</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visit.setVisitStatus(VisitStatus.CANCELLED);</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visitRepository.save(visit);</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continue; // passa alla visita successiva</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 else if (availableVolunteers.size() == 1) {</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User volunteer = availableVolunteers.getFirst();</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if (canDoVisitType(volunteer, visit.getVisitType().getId()))</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assignVolunteerToVisit(volunteer, visit, monthAvailabilities, volunteerVisitCounts);</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else {</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visit.setVisitStatus(VisitStatus.CANCELLED);</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visitRepository.save(visit);</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continue; // passa alla visita successiva</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 piú di 2 volontari con disponibilitá nel giorno considerato</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User bestVolunteer = selectBestVolunteer(availableVolunteers, volunteerVisitCounts);</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assignVolunteerToVisit(bestVolunteer, visit, monthAvailabilities, volunteerVisitCounts);</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a:t>
            </a:r>
            <a:endParaRPr lang="it-IT" sz="1400" b="0" i="0" u="none" strike="noStrike" cap="none" spc="0">
              <a:solidFill>
                <a:schemeClr val="tx1"/>
              </a:solidFill>
              <a:latin typeface="Liberation Mono"/>
              <a:ea typeface="Liberation Mono"/>
              <a:cs typeface="Liberation Mono"/>
            </a:endParaRPr>
          </a:p>
          <a:p>
            <a:pPr>
              <a:defRPr/>
            </a:pPr>
            <a:r>
              <a:rPr lang="en" sz="1400" b="0" i="0" u="none" strike="noStrike" cap="none" spc="0">
                <a:solidFill>
                  <a:schemeClr val="tx1"/>
                </a:solidFill>
                <a:latin typeface="Liberation Mono"/>
                <a:ea typeface="Liberation Mono"/>
                <a:cs typeface="Liberation Mono"/>
              </a:rPr>
              <a:t>...</a:t>
            </a:r>
            <a:endParaRPr/>
          </a:p>
        </p:txBody>
      </p:sp>
      <p:sp>
        <p:nvSpPr>
          <p:cNvPr id="965707843" name=""/>
          <p:cNvSpPr txBox="1"/>
          <p:nvPr/>
        </p:nvSpPr>
        <p:spPr bwMode="auto">
          <a:xfrm rot="0" flipH="0" flipV="0">
            <a:off x="9679349" y="1269223"/>
            <a:ext cx="1995597" cy="640440"/>
          </a:xfrm>
          <a:prstGeom prst="rect">
            <a:avLst/>
          </a:prstGeom>
          <a:noFill/>
        </p:spPr>
        <p:txBody>
          <a:bodyPr vertOverflow="overflow" horzOverflow="overflow" vert="horz" wrap="square" lIns="91440" tIns="45720" rIns="91440" bIns="45720" numCol="1" spcCol="0" rtlCol="0" fromWordArt="0" anchor="ctr" anchorCtr="0" forceAA="0" upright="0" compatLnSpc="0">
            <a:spAutoFit/>
          </a:bodyPr>
          <a:p>
            <a:pPr algn="ctr">
              <a:defRPr/>
            </a:pPr>
            <a:r>
              <a:rPr lang="en" sz="3600" b="1">
                <a:ln w="6349">
                  <a:solidFill>
                    <a:srgbClr val="000000"/>
                  </a:solidFill>
                  <a:prstDash val="solid"/>
                </a:ln>
                <a:solidFill>
                  <a:schemeClr val="accent2">
                    <a:lumMod val="75000"/>
                  </a:schemeClr>
                </a:solidFill>
                <a:latin typeface="Cantarell Extra Bold"/>
                <a:ea typeface="Cantarell Extra Bold"/>
                <a:cs typeface="Cantarell Extra Bold"/>
              </a:rPr>
              <a:t>PRIMA</a:t>
            </a:r>
            <a:endParaRPr>
              <a:ln w="6349">
                <a:solidFill>
                  <a:schemeClr val="tx1"/>
                </a:solidFill>
                <a:prstDash val="solid"/>
              </a:ln>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4650903" name="Titolo 1"/>
          <p:cNvSpPr>
            <a:spLocks noGrp="1"/>
          </p:cNvSpPr>
          <p:nvPr>
            <p:ph type="title"/>
          </p:nvPr>
        </p:nvSpPr>
        <p:spPr bwMode="auto">
          <a:xfrm>
            <a:off x="838198" y="37801"/>
            <a:ext cx="10515600" cy="1325561"/>
          </a:xfrm>
        </p:spPr>
        <p:txBody>
          <a:bodyPr/>
          <a:lstStyle/>
          <a:p>
            <a:pPr>
              <a:defRPr/>
            </a:pPr>
            <a:r>
              <a:rPr lang="en" b="1">
                <a:solidFill>
                  <a:srgbClr val="0070C0"/>
                </a:solidFill>
                <a:latin typeface="Noto Sans"/>
                <a:ea typeface="Noto Sans"/>
                <a:cs typeface="Noto Sans"/>
              </a:rPr>
              <a:t>Refactoring</a:t>
            </a:r>
            <a:endParaRPr/>
          </a:p>
        </p:txBody>
      </p:sp>
      <p:sp>
        <p:nvSpPr>
          <p:cNvPr id="565642522" name=""/>
          <p:cNvSpPr txBox="1"/>
          <p:nvPr/>
        </p:nvSpPr>
        <p:spPr bwMode="auto">
          <a:xfrm rot="0" flipH="0" flipV="0">
            <a:off x="457913" y="1160460"/>
            <a:ext cx="11637768" cy="3407891"/>
          </a:xfrm>
          <a:prstGeom prst="roundRect">
            <a:avLst>
              <a:gd name="adj" fmla="val 5796"/>
            </a:avLst>
          </a:prstGeom>
          <a:solidFill>
            <a:schemeClr val="bg1">
              <a:alpha val="49999"/>
            </a:schemeClr>
          </a:solidFill>
          <a:ln w="12699">
            <a:solidFill>
              <a:schemeClr val="tx1"/>
            </a:solidFill>
            <a:prstDash val="solid"/>
          </a:ln>
        </p:spPr>
        <p:txBody>
          <a:bodyPr vertOverflow="overflow" horzOverflow="overflow" vert="horz" wrap="square" lIns="91440" tIns="45720" rIns="91440" bIns="45720" numCol="1" spcCol="0" rtlCol="0" fromWordArt="0" anchor="t" anchorCtr="0" forceAA="0" upright="0" compatLnSpc="0">
            <a:spAutoFit/>
          </a:bodyPr>
          <a:p>
            <a:pPr>
              <a:defRPr/>
            </a:pPr>
            <a:r>
              <a:rPr lang="it-IT" sz="1400" b="0" i="0" u="none" strike="noStrike" cap="none" spc="0">
                <a:solidFill>
                  <a:schemeClr val="tx1"/>
                </a:solidFill>
                <a:latin typeface="Liberation Mono"/>
                <a:ea typeface="Liberation Mono"/>
                <a:cs typeface="Liberation Mono"/>
              </a:rPr>
              <a:t>for (Visit visit : nextMonthSortedVisits) {</a:t>
            </a:r>
            <a:endParaRPr lang="it-IT" sz="1400" b="0" i="0" u="none" strike="noStrike" cap="none" spc="0">
              <a:solidFill>
                <a:schemeClr val="tx1"/>
              </a:solidFill>
              <a:latin typeface="Liberation Mono"/>
              <a:ea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List&lt;Integer&gt; availableVolunteerIds = getAvailableVolunteersForVisitDate(visit, volunteerAvailabilitiesNextMonth);</a:t>
            </a:r>
            <a:endParaRPr sz="1400" b="0" i="0" u="none" strike="noStrike" cap="none" spc="0">
              <a:solidFill>
                <a:schemeClr val="tx1"/>
              </a:solidFill>
              <a:latin typeface="Liberation Mono"/>
              <a:cs typeface="Liberation Mono"/>
            </a:endParaRPr>
          </a:p>
          <a:p>
            <a:pPr>
              <a:defRPr/>
            </a:pP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if (availableVolunteerIds.isEmpty()) {</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setVisitStatusToCancelled(visit);</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 else if (availableVolunteerIds.size() == 1) {</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assignAvailableVolunteerToVisitIfPossible(visit, availableVolunteerIds, volunteerAvailabilitiesNextMonth, volunteerIdWithVisitCounts);</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 else {</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assignBestVolunteerAvailableToVisit(visit, availableVolunteerIds, volunteerIdWithVisitCounts, volunteerAvailabilitiesNextMonth);</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a:t>
            </a:r>
            <a:endParaRPr sz="1400" b="0" i="0" u="none" strike="noStrike" cap="none" spc="0">
              <a:solidFill>
                <a:schemeClr val="tx1"/>
              </a:solidFill>
              <a:latin typeface="Liberation Mono"/>
              <a:cs typeface="Liberation Mono"/>
            </a:endParaRPr>
          </a:p>
          <a:p>
            <a:pPr>
              <a:defRPr/>
            </a:pPr>
            <a:r>
              <a:rPr lang="en" sz="1400" b="0" i="0" u="none" strike="noStrike" cap="none" spc="0">
                <a:solidFill>
                  <a:schemeClr val="tx1"/>
                </a:solidFill>
                <a:latin typeface="Liberation Mono"/>
                <a:ea typeface="Liberation Mono"/>
                <a:cs typeface="Liberation Mono"/>
              </a:rPr>
              <a:t>...</a:t>
            </a:r>
            <a:endParaRPr sz="1400" b="0" i="0" u="none" strike="noStrike" cap="none" spc="0">
              <a:solidFill>
                <a:schemeClr val="tx1"/>
              </a:solidFill>
              <a:latin typeface="Liberation Mono"/>
              <a:cs typeface="Liberation Mono"/>
            </a:endParaRPr>
          </a:p>
        </p:txBody>
      </p:sp>
      <p:sp>
        <p:nvSpPr>
          <p:cNvPr id="1269801817" name=""/>
          <p:cNvSpPr txBox="1"/>
          <p:nvPr/>
        </p:nvSpPr>
        <p:spPr bwMode="auto">
          <a:xfrm rot="0" flipH="0" flipV="0">
            <a:off x="4383448" y="471802"/>
            <a:ext cx="7416703" cy="45755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ctr">
              <a:defRPr/>
            </a:pPr>
            <a:r>
              <a:rPr lang="en" sz="2400" b="1">
                <a:solidFill>
                  <a:srgbClr val="0070C0"/>
                </a:solidFill>
                <a:latin typeface="DejaVu Sans Condensed"/>
                <a:ea typeface="DejaVu Sans Condensed"/>
                <a:cs typeface="DejaVu Sans Condensed"/>
              </a:rPr>
              <a:t>Extract Method - 2 + semplificazione logica</a:t>
            </a:r>
            <a:endParaRPr sz="1400" b="1">
              <a:solidFill>
                <a:srgbClr val="0070C0"/>
              </a:solidFill>
            </a:endParaRPr>
          </a:p>
        </p:txBody>
      </p:sp>
      <p:sp>
        <p:nvSpPr>
          <p:cNvPr id="342961300" name=""/>
          <p:cNvSpPr txBox="1"/>
          <p:nvPr/>
        </p:nvSpPr>
        <p:spPr bwMode="auto">
          <a:xfrm rot="0" flipH="0" flipV="0">
            <a:off x="10039335" y="1839611"/>
            <a:ext cx="1999196" cy="640440"/>
          </a:xfrm>
          <a:prstGeom prst="rect">
            <a:avLst/>
          </a:prstGeom>
          <a:noFill/>
        </p:spPr>
        <p:txBody>
          <a:bodyPr vertOverflow="overflow" horzOverflow="overflow" vert="horz" wrap="square" lIns="91440" tIns="45720" rIns="91440" bIns="45720" numCol="1" spcCol="0" rtlCol="0" fromWordArt="0" anchor="ctr" anchorCtr="0" forceAA="0" upright="0" compatLnSpc="0">
            <a:spAutoFit/>
          </a:bodyPr>
          <a:p>
            <a:pPr algn="ctr">
              <a:defRPr/>
            </a:pPr>
            <a:r>
              <a:rPr lang="en" sz="3600" b="1">
                <a:ln w="6349">
                  <a:solidFill>
                    <a:srgbClr val="000000"/>
                  </a:solidFill>
                  <a:prstDash val="solid"/>
                </a:ln>
                <a:solidFill>
                  <a:srgbClr val="92D050"/>
                </a:solidFill>
                <a:latin typeface="Cantarell Extra Bold"/>
                <a:ea typeface="Cantarell Extra Bold"/>
                <a:cs typeface="Cantarell Extra Bold"/>
              </a:rPr>
              <a:t>DOPO</a:t>
            </a:r>
            <a:endParaRPr>
              <a:ln w="6349">
                <a:solidFill>
                  <a:schemeClr val="tx1"/>
                </a:solidFill>
                <a:prstDash val="solid"/>
              </a:ln>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673584130" name="Titolo 1"/>
          <p:cNvSpPr>
            <a:spLocks noGrp="1"/>
          </p:cNvSpPr>
          <p:nvPr>
            <p:ph type="title"/>
          </p:nvPr>
        </p:nvSpPr>
        <p:spPr bwMode="auto">
          <a:xfrm>
            <a:off x="838198" y="37038"/>
            <a:ext cx="10515600" cy="1325562"/>
          </a:xfrm>
        </p:spPr>
        <p:txBody>
          <a:bodyPr/>
          <a:lstStyle/>
          <a:p>
            <a:pPr>
              <a:defRPr/>
            </a:pPr>
            <a:r>
              <a:rPr lang="en" b="1">
                <a:solidFill>
                  <a:srgbClr val="0070C0"/>
                </a:solidFill>
                <a:latin typeface="Noto Sans"/>
                <a:ea typeface="Noto Sans"/>
                <a:cs typeface="Noto Sans"/>
              </a:rPr>
              <a:t>Refactoring</a:t>
            </a:r>
            <a:endParaRPr/>
          </a:p>
        </p:txBody>
      </p:sp>
      <p:sp>
        <p:nvSpPr>
          <p:cNvPr id="247224350" name=""/>
          <p:cNvSpPr txBox="1"/>
          <p:nvPr/>
        </p:nvSpPr>
        <p:spPr bwMode="auto">
          <a:xfrm rot="0" flipH="0" flipV="0">
            <a:off x="5753405" y="471040"/>
            <a:ext cx="5870424" cy="45755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ctr">
              <a:defRPr/>
            </a:pPr>
            <a:r>
              <a:rPr lang="en" sz="2400" b="1">
                <a:solidFill>
                  <a:srgbClr val="0070C0"/>
                </a:solidFill>
                <a:latin typeface="DejaVu Sans Condensed"/>
                <a:ea typeface="DejaVu Sans Condensed"/>
                <a:cs typeface="DejaVu Sans Condensed"/>
              </a:rPr>
              <a:t>Replace temporary with invocation</a:t>
            </a:r>
            <a:endParaRPr>
              <a:solidFill>
                <a:srgbClr val="0070C0"/>
              </a:solidFill>
            </a:endParaRPr>
          </a:p>
        </p:txBody>
      </p:sp>
      <p:sp>
        <p:nvSpPr>
          <p:cNvPr id="1961236756" name=""/>
          <p:cNvSpPr txBox="1"/>
          <p:nvPr/>
        </p:nvSpPr>
        <p:spPr bwMode="auto">
          <a:xfrm rot="0" flipH="0" flipV="0">
            <a:off x="351446" y="1362601"/>
            <a:ext cx="11798655" cy="1641023"/>
          </a:xfrm>
          <a:prstGeom prst="roundRect">
            <a:avLst>
              <a:gd name="adj" fmla="val 5796"/>
            </a:avLst>
          </a:prstGeom>
          <a:solidFill>
            <a:schemeClr val="bg1">
              <a:alpha val="49999"/>
            </a:schemeClr>
          </a:solidFill>
          <a:ln w="12699">
            <a:solidFill>
              <a:schemeClr val="tx1"/>
            </a:solidFill>
            <a:prstDash val="solid"/>
          </a:ln>
        </p:spPr>
        <p:txBody>
          <a:bodyPr vertOverflow="overflow" horzOverflow="overflow" vert="horz" wrap="square" lIns="91440" tIns="45720" rIns="91440" bIns="45720" numCol="1" spcCol="0" rtlCol="0" fromWordArt="0" anchor="t" anchorCtr="0" forceAA="0" upright="0" compatLnSpc="0">
            <a:spAutoFit/>
          </a:bodyPr>
          <a:p>
            <a:pPr>
              <a:defRPr/>
            </a:pPr>
            <a:r>
              <a:rPr lang="it-IT" sz="1400" b="0" i="0" u="none" strike="noStrike" cap="none" spc="0">
                <a:solidFill>
                  <a:schemeClr val="tx1"/>
                </a:solidFill>
                <a:latin typeface="Liberation Mono"/>
                <a:ea typeface="Liberation Mono"/>
                <a:cs typeface="Liberation Mono"/>
              </a:rPr>
              <a:t>LocalDate today = LocalDate.now(clock);</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YearMonth nextMonth = YearMonth.from(today).plusMonths(1);</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int nextMonthValue = nextMonth.getMonthValue();</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int nextYear = nextMonth.getYear();</a:t>
            </a:r>
            <a:endParaRPr sz="1400">
              <a:latin typeface="Liberation Mono"/>
              <a:cs typeface="Liberation Mono"/>
            </a:endParaRPr>
          </a:p>
          <a:p>
            <a:pPr>
              <a:defRPr/>
            </a:pPr>
            <a:r>
              <a:rPr lang="en" sz="1400">
                <a:latin typeface="Liberation Mono"/>
                <a:ea typeface="Liberation Mono"/>
                <a:cs typeface="Liberation Mono"/>
              </a:rPr>
              <a:t>...</a:t>
            </a:r>
            <a:endParaRPr sz="1400">
              <a:latin typeface="Liberation Mono"/>
              <a:cs typeface="Liberation Mono"/>
            </a:endParaRPr>
          </a:p>
          <a:p>
            <a:pPr>
              <a:defRPr/>
            </a:pPr>
            <a:r>
              <a:rPr lang="en" sz="1400" b="0" i="0" u="none" strike="noStrike" cap="none" spc="0">
                <a:solidFill>
                  <a:schemeClr val="tx1"/>
                </a:solidFill>
                <a:latin typeface="Liberation Mono"/>
                <a:ea typeface="Liberation Mono"/>
                <a:cs typeface="Liberation Mono"/>
              </a:rPr>
              <a:t>removeBlockedDates(nextMonthValue, nextYear);</a:t>
            </a:r>
            <a:endParaRPr sz="1400" b="0" i="0" u="none" strike="noStrike" cap="none" spc="0">
              <a:solidFill>
                <a:schemeClr val="tx1"/>
              </a:solidFill>
              <a:latin typeface="Liberation Mono"/>
              <a:cs typeface="Liberation Mono"/>
            </a:endParaRPr>
          </a:p>
          <a:p>
            <a:pPr>
              <a:defRPr/>
            </a:pPr>
            <a:r>
              <a:rPr lang="en" sz="1400" b="0" i="0" u="none" strike="noStrike" cap="none" spc="0">
                <a:solidFill>
                  <a:schemeClr val="tx1"/>
                </a:solidFill>
                <a:latin typeface="Liberation Mono"/>
                <a:ea typeface="Liberation Mono"/>
                <a:cs typeface="Liberation Mono"/>
              </a:rPr>
              <a:t>statePort.setVisitPlanCreated(nextMonthValue, nextYear, true);</a:t>
            </a:r>
            <a:endParaRPr/>
          </a:p>
        </p:txBody>
      </p:sp>
      <p:sp>
        <p:nvSpPr>
          <p:cNvPr id="1049275643" name=""/>
          <p:cNvSpPr txBox="1"/>
          <p:nvPr/>
        </p:nvSpPr>
        <p:spPr bwMode="auto">
          <a:xfrm rot="0" flipH="0" flipV="0">
            <a:off x="351446" y="3553351"/>
            <a:ext cx="11805134" cy="1199306"/>
          </a:xfrm>
          <a:prstGeom prst="roundRect">
            <a:avLst>
              <a:gd name="adj" fmla="val 5796"/>
            </a:avLst>
          </a:prstGeom>
          <a:solidFill>
            <a:schemeClr val="bg1">
              <a:alpha val="49999"/>
            </a:schemeClr>
          </a:solidFill>
          <a:ln w="12699">
            <a:solidFill>
              <a:schemeClr val="tx1"/>
            </a:solidFill>
            <a:prstDash val="solid"/>
          </a:ln>
        </p:spPr>
        <p:txBody>
          <a:bodyPr vertOverflow="overflow" horzOverflow="overflow" vert="horz" wrap="square" lIns="91440" tIns="45720" rIns="91440" bIns="45720" numCol="1" spcCol="0" rtlCol="0" fromWordArt="0" anchor="t" anchorCtr="0" forceAA="0" upright="0" compatLnSpc="0">
            <a:spAutoFit/>
          </a:bodyPr>
          <a:p>
            <a:pPr>
              <a:defRPr/>
            </a:pPr>
            <a:r>
              <a:rPr lang="it-IT" sz="1400" b="0" i="0" u="none" strike="noStrike" cap="none" spc="0">
                <a:solidFill>
                  <a:schemeClr val="tx1"/>
                </a:solidFill>
                <a:latin typeface="Liberation Mono"/>
                <a:ea typeface="Liberation Mono"/>
                <a:cs typeface="Liberation Mono"/>
              </a:rPr>
              <a:t>LocalDate today = LocalDate.now(clock);</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YearMonth nextMonth = YearMonth.from(today).plusMonths(1);</a:t>
            </a:r>
            <a:endParaRPr sz="1400" b="0" i="0" u="none" strike="noStrike" cap="none" spc="0">
              <a:solidFill>
                <a:schemeClr val="tx1"/>
              </a:solidFill>
              <a:latin typeface="Liberation Mono"/>
              <a:cs typeface="Liberation Mono"/>
            </a:endParaRPr>
          </a:p>
          <a:p>
            <a:pPr>
              <a:defRPr/>
            </a:pPr>
            <a:r>
              <a:rPr lang="en" sz="1400" b="0" i="0" u="none" strike="noStrike" cap="none" spc="0">
                <a:solidFill>
                  <a:schemeClr val="tx1"/>
                </a:solidFill>
                <a:latin typeface="Liberation Mono"/>
                <a:ea typeface="Liberation Mono"/>
                <a:cs typeface="Liberation Mono"/>
              </a:rPr>
              <a:t>...</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removeBlockedDatesFromSelectedMonth(nextMonth);</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statePort.setVisitPlanCreated(nextMonth.getMonthValue(), nextMonth.getYear(), true);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349249278" name="Titolo 1"/>
          <p:cNvSpPr>
            <a:spLocks noGrp="1"/>
          </p:cNvSpPr>
          <p:nvPr>
            <p:ph type="title"/>
          </p:nvPr>
        </p:nvSpPr>
        <p:spPr bwMode="auto">
          <a:xfrm>
            <a:off x="838198" y="29663"/>
            <a:ext cx="10515600" cy="1325562"/>
          </a:xfrm>
        </p:spPr>
        <p:txBody>
          <a:bodyPr/>
          <a:lstStyle/>
          <a:p>
            <a:pPr>
              <a:defRPr/>
            </a:pPr>
            <a:r>
              <a:rPr lang="en" b="1">
                <a:solidFill>
                  <a:srgbClr val="0070C0"/>
                </a:solidFill>
                <a:latin typeface="Noto Sans"/>
                <a:ea typeface="Noto Sans"/>
                <a:cs typeface="Noto Sans"/>
              </a:rPr>
              <a:t>Refactoring</a:t>
            </a:r>
            <a:endParaRPr/>
          </a:p>
        </p:txBody>
      </p:sp>
      <p:sp>
        <p:nvSpPr>
          <p:cNvPr id="234112468" name=""/>
          <p:cNvSpPr txBox="1"/>
          <p:nvPr/>
        </p:nvSpPr>
        <p:spPr bwMode="auto">
          <a:xfrm rot="0" flipH="0" flipV="0">
            <a:off x="5383575" y="433185"/>
            <a:ext cx="6477589" cy="48803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ctr">
              <a:defRPr/>
            </a:pPr>
            <a:r>
              <a:rPr lang="en" sz="2600" b="1">
                <a:solidFill>
                  <a:srgbClr val="0070C0"/>
                </a:solidFill>
                <a:latin typeface="DejaVu Sans Condensed"/>
                <a:ea typeface="DejaVu Sans Condensed"/>
                <a:cs typeface="DejaVu Sans Condensed"/>
              </a:rPr>
              <a:t>Sostituzione di oggetti con relativi id</a:t>
            </a:r>
            <a:endParaRPr>
              <a:solidFill>
                <a:srgbClr val="0070C0"/>
              </a:solidFill>
            </a:endParaRPr>
          </a:p>
        </p:txBody>
      </p:sp>
      <p:sp>
        <p:nvSpPr>
          <p:cNvPr id="1104460646" name=""/>
          <p:cNvSpPr txBox="1"/>
          <p:nvPr/>
        </p:nvSpPr>
        <p:spPr bwMode="auto">
          <a:xfrm rot="0" flipH="0" flipV="0">
            <a:off x="351447" y="1248301"/>
            <a:ext cx="11813415" cy="2303598"/>
          </a:xfrm>
          <a:prstGeom prst="roundRect">
            <a:avLst>
              <a:gd name="adj" fmla="val 5796"/>
            </a:avLst>
          </a:prstGeom>
          <a:solidFill>
            <a:schemeClr val="bg1">
              <a:alpha val="49999"/>
            </a:schemeClr>
          </a:solidFill>
          <a:ln w="12699">
            <a:solidFill>
              <a:schemeClr val="tx1"/>
            </a:solidFill>
            <a:prstDash val="solid"/>
          </a:ln>
        </p:spPr>
        <p:txBody>
          <a:bodyPr vertOverflow="overflow" horzOverflow="overflow" vert="horz" wrap="square" lIns="91440" tIns="45720" rIns="91440" bIns="45720" numCol="1" spcCol="0" rtlCol="0" fromWordArt="0" anchor="t" anchorCtr="0" forceAA="0" upright="0" compatLnSpc="0">
            <a:spAutoFit/>
          </a:bodyPr>
          <a:p>
            <a:pPr>
              <a:defRPr/>
            </a:pPr>
            <a:r>
              <a:rPr lang="it-IT" sz="1400" b="0" i="0" u="none" strike="noStrike" cap="none" spc="0">
                <a:solidFill>
                  <a:schemeClr val="tx1"/>
                </a:solidFill>
                <a:latin typeface="Liberation Mono"/>
                <a:ea typeface="Liberation Mono"/>
                <a:cs typeface="Liberation Mono"/>
              </a:rPr>
              <a:t>private User selectBestVolunteer(List&lt;User&gt; volunteers, List&lt;VolunteerVisitCount&gt; volunteerVisitCounts) {</a:t>
            </a:r>
            <a:endParaRPr sz="1400" b="0" i="0" u="none" strike="noStrike" cap="none" spc="0">
              <a:solidFill>
                <a:schemeClr val="tx1"/>
              </a:solidFill>
              <a:latin typeface="Liberation Mono"/>
              <a:cs typeface="Liberation Mono"/>
            </a:endParaRPr>
          </a:p>
          <a:p>
            <a:pPr>
              <a:defRPr/>
            </a:pP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Comparator&lt;User&gt; volunteerComparator =</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(v1, v2) -&gt; Integer.compare(visitCountFromVolunteer(v1, volunteerVisitCounts),</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visitCountFromVolunteer(v2, volunteerVisitCounts));</a:t>
            </a:r>
            <a:endParaRPr sz="1400" b="0" i="0" u="none" strike="noStrike" cap="none" spc="0">
              <a:solidFill>
                <a:schemeClr val="tx1"/>
              </a:solidFill>
              <a:latin typeface="Liberation Mono"/>
              <a:cs typeface="Liberation Mono"/>
            </a:endParaRPr>
          </a:p>
          <a:p>
            <a:pPr>
              <a:defRPr/>
            </a:pP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return volunteers.stream().min(volunteerComparator)</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.orElseThrow(() -&gt; new IllegalArgumentException("No volunteers available"));</a:t>
            </a:r>
            <a:endParaRPr sz="1400" b="0" i="0" u="none" strike="noStrike" cap="none" spc="0">
              <a:solidFill>
                <a:schemeClr val="tx1"/>
              </a:solidFill>
              <a:latin typeface="Liberation Mono"/>
              <a:cs typeface="Liberation Mono"/>
            </a:endParaRPr>
          </a:p>
          <a:p>
            <a:pPr>
              <a:defRPr/>
            </a:pP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a:t>
            </a:r>
            <a:endParaRPr/>
          </a:p>
        </p:txBody>
      </p:sp>
      <p:sp>
        <p:nvSpPr>
          <p:cNvPr id="93555687" name=""/>
          <p:cNvSpPr txBox="1"/>
          <p:nvPr/>
        </p:nvSpPr>
        <p:spPr bwMode="auto">
          <a:xfrm rot="0" flipH="0" flipV="0">
            <a:off x="351447" y="4001026"/>
            <a:ext cx="11844014" cy="1641023"/>
          </a:xfrm>
          <a:prstGeom prst="roundRect">
            <a:avLst>
              <a:gd name="adj" fmla="val 5796"/>
            </a:avLst>
          </a:prstGeom>
          <a:solidFill>
            <a:schemeClr val="bg1">
              <a:alpha val="49999"/>
            </a:schemeClr>
          </a:solidFill>
          <a:ln w="12699">
            <a:solidFill>
              <a:schemeClr val="tx1"/>
            </a:solidFill>
            <a:prstDash val="solid"/>
          </a:ln>
        </p:spPr>
        <p:txBody>
          <a:bodyPr vertOverflow="overflow" horzOverflow="overflow" vert="horz" wrap="square" lIns="91440" tIns="45720" rIns="91440" bIns="45720" numCol="1" spcCol="0" rtlCol="0" fromWordArt="0" anchor="t" anchorCtr="0" forceAA="0" upright="0" compatLnSpc="0">
            <a:spAutoFit/>
          </a:bodyPr>
          <a:p>
            <a:pPr>
              <a:defRPr/>
            </a:pPr>
            <a:r>
              <a:rPr lang="it-IT" sz="1400" b="0" i="0" u="none" strike="noStrike" cap="none" spc="0">
                <a:solidFill>
                  <a:schemeClr val="tx1"/>
                </a:solidFill>
                <a:latin typeface="Liberation Mono"/>
                <a:ea typeface="Liberation Mono"/>
                <a:cs typeface="Liberation Mono"/>
              </a:rPr>
              <a:t>private void assignBestVolunteerAvailableToVisit(Visit visit, List&lt;Integer&gt; availableVolunteerIds, List&lt;VolunteerIdWithVisitCount&gt; volunteerIdWithVisitCounts, List&lt;VolunteerAvailableDate&gt; volunteerAvailabilitiesNextMonth) {</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int bestVolunteerId = selectBestVolunteerId(availableVolunteerIds, volunteerIdWithVisitCounts);</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assignVolunteerToVisit(bestVolunteerId, visit, volunteerAvailabilitiesNextMonth, volunteerIdWithVisitCounts);</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Office Theme">
  <a:themeElements>
    <a:clrScheme name="New 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Arial"/>
        <a:ea typeface="Arial"/>
        <a:cs typeface="Arial"/>
      </a:majorFont>
      <a:minorFont>
        <a:latin typeface="Arial"/>
        <a:ea typeface="Arial"/>
        <a:cs typeface="Arial"/>
      </a:minorFont>
    </a:fontScheme>
    <a:fmtScheme name="Office Them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heme>
</file>

<file path=ppt/theme/theme2.xml><?xml version="1.0" encoding="utf-8"?>
<a:theme xmlns:a="http://schemas.openxmlformats.org/drawingml/2006/main" xmlns:r="http://schemas.openxmlformats.org/officeDocument/2006/relationships" xmlns:p="http://schemas.openxmlformats.org/presentation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ONLYOFFICE/9.0.4.50</Application>
  <PresentationFormat>On-screen Show (4:3)</PresentationFormat>
  <Paragraphs>0</Paragraphs>
  <Slides>20</Slides>
  <Notes>20</Notes>
  <HiddenSlides>0</HiddenSlides>
  <MMClips>2</MMClips>
  <ScaleCrop>0</ScaleCrop>
  <HeadingPairs>
    <vt:vector size="4" baseType="variant">
      <vt:variant>
        <vt:lpstr>Theme</vt:lpstr>
      </vt:variant>
      <vt:variant>
        <vt:i4>1</vt:i4>
      </vt:variant>
      <vt:variant>
        <vt:lpstr>Slide Titles</vt:lpstr>
      </vt:variant>
      <vt:variant>
        <vt:i4>20</vt:i4>
      </vt:variant>
    </vt:vector>
  </HeadingPairs>
  <TitlesOfParts>
    <vt:vector size="21" baseType="lpstr">
      <vt:lpstr>Theme 1</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11</cp:revision>
  <dcterms:created xsi:type="dcterms:W3CDTF">2012-12-03T06:56:55Z</dcterms:created>
  <dcterms:modified xsi:type="dcterms:W3CDTF">2025-10-09T17:36:23Z</dcterms:modified>
</cp:coreProperties>
</file>